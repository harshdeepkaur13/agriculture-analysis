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8" r:id="rId2"/>
  </p:sldMasterIdLst>
  <p:sldIdLst>
    <p:sldId id="256" r:id="rId3"/>
    <p:sldId id="257" r:id="rId4"/>
    <p:sldId id="259" r:id="rId5"/>
    <p:sldId id="260" r:id="rId6"/>
    <p:sldId id="275" r:id="rId7"/>
    <p:sldId id="266" r:id="rId8"/>
    <p:sldId id="267" r:id="rId9"/>
    <p:sldId id="274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9" autoAdjust="0"/>
    <p:restoredTop sz="94660"/>
  </p:normalViewPr>
  <p:slideViewPr>
    <p:cSldViewPr snapToGrid="0">
      <p:cViewPr varScale="1">
        <p:scale>
          <a:sx n="92" d="100"/>
          <a:sy n="92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fif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jfif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fif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jf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427E3C-F923-4CCC-91C7-40875A26644E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EED384E-C862-4CFB-B45B-7CC607440693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</a:rPr>
            <a:t>To analyze agricultural data effectively</a:t>
          </a:r>
          <a:endParaRPr lang="en-IN" sz="2000" b="1" dirty="0">
            <a:solidFill>
              <a:schemeClr val="tx1"/>
            </a:solidFill>
          </a:endParaRPr>
        </a:p>
      </dgm:t>
    </dgm:pt>
    <dgm:pt modelId="{C67A9B38-C165-45A1-A5C5-B77C0B201DCF}" type="parTrans" cxnId="{F56A8B38-5866-400B-B6A2-A77B45972B77}">
      <dgm:prSet/>
      <dgm:spPr/>
      <dgm:t>
        <a:bodyPr/>
        <a:lstStyle/>
        <a:p>
          <a:endParaRPr lang="en-IN"/>
        </a:p>
      </dgm:t>
    </dgm:pt>
    <dgm:pt modelId="{1350D51E-BE5B-42FE-A58B-5242DF1623F2}" type="sibTrans" cxnId="{F56A8B38-5866-400B-B6A2-A77B45972B77}">
      <dgm:prSet/>
      <dgm:spPr/>
      <dgm:t>
        <a:bodyPr/>
        <a:lstStyle/>
        <a:p>
          <a:endParaRPr lang="en-IN"/>
        </a:p>
      </dgm:t>
    </dgm:pt>
    <dgm:pt modelId="{E65BD0C3-6FEB-4705-B192-D9D29CBE8958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</a:rPr>
            <a:t>To study </a:t>
          </a:r>
          <a:r>
            <a:rPr lang="en-US" sz="2000" b="1" dirty="0" err="1" smtClean="0">
              <a:solidFill>
                <a:schemeClr val="tx1"/>
              </a:solidFill>
            </a:rPr>
            <a:t>soil,weather</a:t>
          </a:r>
          <a:r>
            <a:rPr lang="en-US" sz="2000" b="1" dirty="0" smtClean="0">
              <a:solidFill>
                <a:schemeClr val="tx1"/>
              </a:solidFill>
            </a:rPr>
            <a:t> and irrigation patterns</a:t>
          </a:r>
          <a:endParaRPr lang="en-IN" sz="2000" b="1" dirty="0">
            <a:solidFill>
              <a:schemeClr val="tx1"/>
            </a:solidFill>
          </a:endParaRPr>
        </a:p>
      </dgm:t>
    </dgm:pt>
    <dgm:pt modelId="{91478CEF-A26A-45DA-93E9-0A0DB08CC9C5}" type="parTrans" cxnId="{92302C7B-7305-4B96-9F49-C726EC206B56}">
      <dgm:prSet/>
      <dgm:spPr/>
      <dgm:t>
        <a:bodyPr/>
        <a:lstStyle/>
        <a:p>
          <a:endParaRPr lang="en-IN"/>
        </a:p>
      </dgm:t>
    </dgm:pt>
    <dgm:pt modelId="{F8092045-69F4-4FC1-B3C1-53E0CF5E3E4C}" type="sibTrans" cxnId="{92302C7B-7305-4B96-9F49-C726EC206B56}">
      <dgm:prSet/>
      <dgm:spPr/>
      <dgm:t>
        <a:bodyPr/>
        <a:lstStyle/>
        <a:p>
          <a:endParaRPr lang="en-IN"/>
        </a:p>
      </dgm:t>
    </dgm:pt>
    <dgm:pt modelId="{91DA6E21-3BE9-45C5-9F4E-3878F3A7E29B}" type="pres">
      <dgm:prSet presAssocID="{FE427E3C-F923-4CCC-91C7-40875A26644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DE6B72A-DE28-4C1B-AE5A-B99B9DA7644B}" type="pres">
      <dgm:prSet presAssocID="{9EED384E-C862-4CFB-B45B-7CC607440693}" presName="parentLin" presStyleCnt="0"/>
      <dgm:spPr/>
    </dgm:pt>
    <dgm:pt modelId="{DFCE44D4-3258-4E2A-AEAE-202A3E750080}" type="pres">
      <dgm:prSet presAssocID="{9EED384E-C862-4CFB-B45B-7CC607440693}" presName="parentLeftMargin" presStyleLbl="node1" presStyleIdx="0" presStyleCnt="2"/>
      <dgm:spPr/>
      <dgm:t>
        <a:bodyPr/>
        <a:lstStyle/>
        <a:p>
          <a:endParaRPr lang="en-IN"/>
        </a:p>
      </dgm:t>
    </dgm:pt>
    <dgm:pt modelId="{A8C17FAF-EF4D-40BE-82DA-CB1DA3FE6BCA}" type="pres">
      <dgm:prSet presAssocID="{9EED384E-C862-4CFB-B45B-7CC607440693}" presName="parentText" presStyleLbl="node1" presStyleIdx="0" presStyleCnt="2" custScaleY="73036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16C31C8-C7C0-4462-9471-81ED909B5BF4}" type="pres">
      <dgm:prSet presAssocID="{9EED384E-C862-4CFB-B45B-7CC607440693}" presName="negativeSpace" presStyleCnt="0"/>
      <dgm:spPr/>
    </dgm:pt>
    <dgm:pt modelId="{25B18CC0-67BB-48AE-88A1-B06DCD00404E}" type="pres">
      <dgm:prSet presAssocID="{9EED384E-C862-4CFB-B45B-7CC607440693}" presName="childText" presStyleLbl="conFgAcc1" presStyleIdx="0" presStyleCnt="2" custLinFactNeighborY="-86259">
        <dgm:presLayoutVars>
          <dgm:bulletEnabled val="1"/>
        </dgm:presLayoutVars>
      </dgm:prSet>
      <dgm:spPr/>
    </dgm:pt>
    <dgm:pt modelId="{BBEBA9DB-A760-4A19-8EFA-0A9611E27A3D}" type="pres">
      <dgm:prSet presAssocID="{1350D51E-BE5B-42FE-A58B-5242DF1623F2}" presName="spaceBetweenRectangles" presStyleCnt="0"/>
      <dgm:spPr/>
    </dgm:pt>
    <dgm:pt modelId="{B8075350-3ADA-4AE6-8CDA-7F796F93A2B1}" type="pres">
      <dgm:prSet presAssocID="{E65BD0C3-6FEB-4705-B192-D9D29CBE8958}" presName="parentLin" presStyleCnt="0"/>
      <dgm:spPr/>
    </dgm:pt>
    <dgm:pt modelId="{F688C6EB-2EF1-4E95-A901-361A4774E6B4}" type="pres">
      <dgm:prSet presAssocID="{E65BD0C3-6FEB-4705-B192-D9D29CBE8958}" presName="parentLeftMargin" presStyleLbl="node1" presStyleIdx="0" presStyleCnt="2"/>
      <dgm:spPr/>
      <dgm:t>
        <a:bodyPr/>
        <a:lstStyle/>
        <a:p>
          <a:endParaRPr lang="en-IN"/>
        </a:p>
      </dgm:t>
    </dgm:pt>
    <dgm:pt modelId="{D690F87E-860D-453D-9064-BF7A25C0C111}" type="pres">
      <dgm:prSet presAssocID="{E65BD0C3-6FEB-4705-B192-D9D29CBE8958}" presName="parentText" presStyleLbl="node1" presStyleIdx="1" presStyleCnt="2" custScaleY="6777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97A895-9E13-4EE7-BB47-539FDD0D89BF}" type="pres">
      <dgm:prSet presAssocID="{E65BD0C3-6FEB-4705-B192-D9D29CBE8958}" presName="negativeSpace" presStyleCnt="0"/>
      <dgm:spPr/>
    </dgm:pt>
    <dgm:pt modelId="{9380DBD9-88CB-404B-9FAC-78194C2B66C0}" type="pres">
      <dgm:prSet presAssocID="{E65BD0C3-6FEB-4705-B192-D9D29CBE895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23502EB-AD9B-4DD7-8D94-B4BB8A84D36C}" type="presOf" srcId="{FE427E3C-F923-4CCC-91C7-40875A26644E}" destId="{91DA6E21-3BE9-45C5-9F4E-3878F3A7E29B}" srcOrd="0" destOrd="0" presId="urn:microsoft.com/office/officeart/2005/8/layout/list1"/>
    <dgm:cxn modelId="{0524F85F-88BF-4BBD-8B4E-410E96B21E3E}" type="presOf" srcId="{E65BD0C3-6FEB-4705-B192-D9D29CBE8958}" destId="{D690F87E-860D-453D-9064-BF7A25C0C111}" srcOrd="1" destOrd="0" presId="urn:microsoft.com/office/officeart/2005/8/layout/list1"/>
    <dgm:cxn modelId="{F56A8B38-5866-400B-B6A2-A77B45972B77}" srcId="{FE427E3C-F923-4CCC-91C7-40875A26644E}" destId="{9EED384E-C862-4CFB-B45B-7CC607440693}" srcOrd="0" destOrd="0" parTransId="{C67A9B38-C165-45A1-A5C5-B77C0B201DCF}" sibTransId="{1350D51E-BE5B-42FE-A58B-5242DF1623F2}"/>
    <dgm:cxn modelId="{92302C7B-7305-4B96-9F49-C726EC206B56}" srcId="{FE427E3C-F923-4CCC-91C7-40875A26644E}" destId="{E65BD0C3-6FEB-4705-B192-D9D29CBE8958}" srcOrd="1" destOrd="0" parTransId="{91478CEF-A26A-45DA-93E9-0A0DB08CC9C5}" sibTransId="{F8092045-69F4-4FC1-B3C1-53E0CF5E3E4C}"/>
    <dgm:cxn modelId="{3DC939C2-97C3-41D4-8DC4-D07DBE327565}" type="presOf" srcId="{9EED384E-C862-4CFB-B45B-7CC607440693}" destId="{A8C17FAF-EF4D-40BE-82DA-CB1DA3FE6BCA}" srcOrd="1" destOrd="0" presId="urn:microsoft.com/office/officeart/2005/8/layout/list1"/>
    <dgm:cxn modelId="{65274D00-1185-45F1-8116-F6129723EA03}" type="presOf" srcId="{9EED384E-C862-4CFB-B45B-7CC607440693}" destId="{DFCE44D4-3258-4E2A-AEAE-202A3E750080}" srcOrd="0" destOrd="0" presId="urn:microsoft.com/office/officeart/2005/8/layout/list1"/>
    <dgm:cxn modelId="{28A33809-5E7A-430F-AF4E-214CC4CF6B55}" type="presOf" srcId="{E65BD0C3-6FEB-4705-B192-D9D29CBE8958}" destId="{F688C6EB-2EF1-4E95-A901-361A4774E6B4}" srcOrd="0" destOrd="0" presId="urn:microsoft.com/office/officeart/2005/8/layout/list1"/>
    <dgm:cxn modelId="{87884CAA-54FE-401F-8BFF-FD5F518616D6}" type="presParOf" srcId="{91DA6E21-3BE9-45C5-9F4E-3878F3A7E29B}" destId="{FDE6B72A-DE28-4C1B-AE5A-B99B9DA7644B}" srcOrd="0" destOrd="0" presId="urn:microsoft.com/office/officeart/2005/8/layout/list1"/>
    <dgm:cxn modelId="{2A67F0AE-4E87-4B81-AF87-43E0C97B078F}" type="presParOf" srcId="{FDE6B72A-DE28-4C1B-AE5A-B99B9DA7644B}" destId="{DFCE44D4-3258-4E2A-AEAE-202A3E750080}" srcOrd="0" destOrd="0" presId="urn:microsoft.com/office/officeart/2005/8/layout/list1"/>
    <dgm:cxn modelId="{75A77856-BED1-42C7-8BF5-83299CC74791}" type="presParOf" srcId="{FDE6B72A-DE28-4C1B-AE5A-B99B9DA7644B}" destId="{A8C17FAF-EF4D-40BE-82DA-CB1DA3FE6BCA}" srcOrd="1" destOrd="0" presId="urn:microsoft.com/office/officeart/2005/8/layout/list1"/>
    <dgm:cxn modelId="{ED7E67B8-A43C-4B6F-990C-6D1FCECC2683}" type="presParOf" srcId="{91DA6E21-3BE9-45C5-9F4E-3878F3A7E29B}" destId="{A16C31C8-C7C0-4462-9471-81ED909B5BF4}" srcOrd="1" destOrd="0" presId="urn:microsoft.com/office/officeart/2005/8/layout/list1"/>
    <dgm:cxn modelId="{E7E03224-7672-4517-9582-09AACC7172BF}" type="presParOf" srcId="{91DA6E21-3BE9-45C5-9F4E-3878F3A7E29B}" destId="{25B18CC0-67BB-48AE-88A1-B06DCD00404E}" srcOrd="2" destOrd="0" presId="urn:microsoft.com/office/officeart/2005/8/layout/list1"/>
    <dgm:cxn modelId="{ED6C4FD2-1F74-4B3C-8B8C-79903367D9E5}" type="presParOf" srcId="{91DA6E21-3BE9-45C5-9F4E-3878F3A7E29B}" destId="{BBEBA9DB-A760-4A19-8EFA-0A9611E27A3D}" srcOrd="3" destOrd="0" presId="urn:microsoft.com/office/officeart/2005/8/layout/list1"/>
    <dgm:cxn modelId="{CB9F34A2-E89E-4482-95DB-5E59358A2B05}" type="presParOf" srcId="{91DA6E21-3BE9-45C5-9F4E-3878F3A7E29B}" destId="{B8075350-3ADA-4AE6-8CDA-7F796F93A2B1}" srcOrd="4" destOrd="0" presId="urn:microsoft.com/office/officeart/2005/8/layout/list1"/>
    <dgm:cxn modelId="{2C3022F8-9B5D-49A3-AE6E-D9D74FB4B882}" type="presParOf" srcId="{B8075350-3ADA-4AE6-8CDA-7F796F93A2B1}" destId="{F688C6EB-2EF1-4E95-A901-361A4774E6B4}" srcOrd="0" destOrd="0" presId="urn:microsoft.com/office/officeart/2005/8/layout/list1"/>
    <dgm:cxn modelId="{9901FC69-B53E-48F8-94D4-CB51B513F298}" type="presParOf" srcId="{B8075350-3ADA-4AE6-8CDA-7F796F93A2B1}" destId="{D690F87E-860D-453D-9064-BF7A25C0C111}" srcOrd="1" destOrd="0" presId="urn:microsoft.com/office/officeart/2005/8/layout/list1"/>
    <dgm:cxn modelId="{0BD0D643-CD3F-4507-835A-0E7FB6A9799D}" type="presParOf" srcId="{91DA6E21-3BE9-45C5-9F4E-3878F3A7E29B}" destId="{C397A895-9E13-4EE7-BB47-539FDD0D89BF}" srcOrd="5" destOrd="0" presId="urn:microsoft.com/office/officeart/2005/8/layout/list1"/>
    <dgm:cxn modelId="{03B150D5-CFA7-4133-A1D6-8A47A9C897B7}" type="presParOf" srcId="{91DA6E21-3BE9-45C5-9F4E-3878F3A7E29B}" destId="{9380DBD9-88CB-404B-9FAC-78194C2B66C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427E3C-F923-4CCC-91C7-40875A26644E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EED384E-C862-4CFB-B45B-7CC607440693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</a:rPr>
            <a:t>To identify factors affecting crop yield</a:t>
          </a:r>
          <a:endParaRPr lang="en-IN" sz="2000" b="1" dirty="0">
            <a:solidFill>
              <a:schemeClr val="tx1"/>
            </a:solidFill>
          </a:endParaRPr>
        </a:p>
      </dgm:t>
    </dgm:pt>
    <dgm:pt modelId="{C67A9B38-C165-45A1-A5C5-B77C0B201DCF}" type="parTrans" cxnId="{F56A8B38-5866-400B-B6A2-A77B45972B77}">
      <dgm:prSet/>
      <dgm:spPr/>
      <dgm:t>
        <a:bodyPr/>
        <a:lstStyle/>
        <a:p>
          <a:endParaRPr lang="en-IN"/>
        </a:p>
      </dgm:t>
    </dgm:pt>
    <dgm:pt modelId="{1350D51E-BE5B-42FE-A58B-5242DF1623F2}" type="sibTrans" cxnId="{F56A8B38-5866-400B-B6A2-A77B45972B77}">
      <dgm:prSet/>
      <dgm:spPr/>
      <dgm:t>
        <a:bodyPr/>
        <a:lstStyle/>
        <a:p>
          <a:endParaRPr lang="en-IN"/>
        </a:p>
      </dgm:t>
    </dgm:pt>
    <dgm:pt modelId="{E65BD0C3-6FEB-4705-B192-D9D29CBE8958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</a:rPr>
            <a:t>To support better farming decisions using data</a:t>
          </a:r>
          <a:endParaRPr lang="en-IN" sz="2000" b="1" dirty="0">
            <a:solidFill>
              <a:schemeClr val="tx1"/>
            </a:solidFill>
          </a:endParaRPr>
        </a:p>
      </dgm:t>
    </dgm:pt>
    <dgm:pt modelId="{91478CEF-A26A-45DA-93E9-0A0DB08CC9C5}" type="parTrans" cxnId="{92302C7B-7305-4B96-9F49-C726EC206B56}">
      <dgm:prSet/>
      <dgm:spPr/>
      <dgm:t>
        <a:bodyPr/>
        <a:lstStyle/>
        <a:p>
          <a:endParaRPr lang="en-IN"/>
        </a:p>
      </dgm:t>
    </dgm:pt>
    <dgm:pt modelId="{F8092045-69F4-4FC1-B3C1-53E0CF5E3E4C}" type="sibTrans" cxnId="{92302C7B-7305-4B96-9F49-C726EC206B56}">
      <dgm:prSet/>
      <dgm:spPr/>
      <dgm:t>
        <a:bodyPr/>
        <a:lstStyle/>
        <a:p>
          <a:endParaRPr lang="en-IN"/>
        </a:p>
      </dgm:t>
    </dgm:pt>
    <dgm:pt modelId="{91DA6E21-3BE9-45C5-9F4E-3878F3A7E29B}" type="pres">
      <dgm:prSet presAssocID="{FE427E3C-F923-4CCC-91C7-40875A26644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DE6B72A-DE28-4C1B-AE5A-B99B9DA7644B}" type="pres">
      <dgm:prSet presAssocID="{9EED384E-C862-4CFB-B45B-7CC607440693}" presName="parentLin" presStyleCnt="0"/>
      <dgm:spPr/>
    </dgm:pt>
    <dgm:pt modelId="{DFCE44D4-3258-4E2A-AEAE-202A3E750080}" type="pres">
      <dgm:prSet presAssocID="{9EED384E-C862-4CFB-B45B-7CC607440693}" presName="parentLeftMargin" presStyleLbl="node1" presStyleIdx="0" presStyleCnt="2"/>
      <dgm:spPr/>
      <dgm:t>
        <a:bodyPr/>
        <a:lstStyle/>
        <a:p>
          <a:endParaRPr lang="en-IN"/>
        </a:p>
      </dgm:t>
    </dgm:pt>
    <dgm:pt modelId="{A8C17FAF-EF4D-40BE-82DA-CB1DA3FE6BCA}" type="pres">
      <dgm:prSet presAssocID="{9EED384E-C862-4CFB-B45B-7CC607440693}" presName="parentText" presStyleLbl="node1" presStyleIdx="0" presStyleCnt="2" custScaleY="73036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16C31C8-C7C0-4462-9471-81ED909B5BF4}" type="pres">
      <dgm:prSet presAssocID="{9EED384E-C862-4CFB-B45B-7CC607440693}" presName="negativeSpace" presStyleCnt="0"/>
      <dgm:spPr/>
    </dgm:pt>
    <dgm:pt modelId="{25B18CC0-67BB-48AE-88A1-B06DCD00404E}" type="pres">
      <dgm:prSet presAssocID="{9EED384E-C862-4CFB-B45B-7CC607440693}" presName="childText" presStyleLbl="conFgAcc1" presStyleIdx="0" presStyleCnt="2" custLinFactNeighborY="-7126">
        <dgm:presLayoutVars>
          <dgm:bulletEnabled val="1"/>
        </dgm:presLayoutVars>
      </dgm:prSet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BBEBA9DB-A760-4A19-8EFA-0A9611E27A3D}" type="pres">
      <dgm:prSet presAssocID="{1350D51E-BE5B-42FE-A58B-5242DF1623F2}" presName="spaceBetweenRectangles" presStyleCnt="0"/>
      <dgm:spPr/>
    </dgm:pt>
    <dgm:pt modelId="{B8075350-3ADA-4AE6-8CDA-7F796F93A2B1}" type="pres">
      <dgm:prSet presAssocID="{E65BD0C3-6FEB-4705-B192-D9D29CBE8958}" presName="parentLin" presStyleCnt="0"/>
      <dgm:spPr/>
    </dgm:pt>
    <dgm:pt modelId="{F688C6EB-2EF1-4E95-A901-361A4774E6B4}" type="pres">
      <dgm:prSet presAssocID="{E65BD0C3-6FEB-4705-B192-D9D29CBE8958}" presName="parentLeftMargin" presStyleLbl="node1" presStyleIdx="0" presStyleCnt="2"/>
      <dgm:spPr/>
      <dgm:t>
        <a:bodyPr/>
        <a:lstStyle/>
        <a:p>
          <a:endParaRPr lang="en-IN"/>
        </a:p>
      </dgm:t>
    </dgm:pt>
    <dgm:pt modelId="{D690F87E-860D-453D-9064-BF7A25C0C111}" type="pres">
      <dgm:prSet presAssocID="{E65BD0C3-6FEB-4705-B192-D9D29CBE8958}" presName="parentText" presStyleLbl="node1" presStyleIdx="1" presStyleCnt="2" custScaleX="99798" custScaleY="9553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97A895-9E13-4EE7-BB47-539FDD0D89BF}" type="pres">
      <dgm:prSet presAssocID="{E65BD0C3-6FEB-4705-B192-D9D29CBE8958}" presName="negativeSpace" presStyleCnt="0"/>
      <dgm:spPr/>
    </dgm:pt>
    <dgm:pt modelId="{9380DBD9-88CB-404B-9FAC-78194C2B66C0}" type="pres">
      <dgm:prSet presAssocID="{E65BD0C3-6FEB-4705-B192-D9D29CBE8958}" presName="childText" presStyleLbl="conFgAcc1" presStyleIdx="1" presStyleCnt="2" custLinFactNeighborY="9281">
        <dgm:presLayoutVars>
          <dgm:bulletEnabled val="1"/>
        </dgm:presLayoutVars>
      </dgm:prSet>
      <dgm:spPr/>
    </dgm:pt>
  </dgm:ptLst>
  <dgm:cxnLst>
    <dgm:cxn modelId="{92302C7B-7305-4B96-9F49-C726EC206B56}" srcId="{FE427E3C-F923-4CCC-91C7-40875A26644E}" destId="{E65BD0C3-6FEB-4705-B192-D9D29CBE8958}" srcOrd="1" destOrd="0" parTransId="{91478CEF-A26A-45DA-93E9-0A0DB08CC9C5}" sibTransId="{F8092045-69F4-4FC1-B3C1-53E0CF5E3E4C}"/>
    <dgm:cxn modelId="{F56A8B38-5866-400B-B6A2-A77B45972B77}" srcId="{FE427E3C-F923-4CCC-91C7-40875A26644E}" destId="{9EED384E-C862-4CFB-B45B-7CC607440693}" srcOrd="0" destOrd="0" parTransId="{C67A9B38-C165-45A1-A5C5-B77C0B201DCF}" sibTransId="{1350D51E-BE5B-42FE-A58B-5242DF1623F2}"/>
    <dgm:cxn modelId="{99F9E4DB-F172-45E4-B308-D229E99D45DC}" type="presOf" srcId="{E65BD0C3-6FEB-4705-B192-D9D29CBE8958}" destId="{F688C6EB-2EF1-4E95-A901-361A4774E6B4}" srcOrd="0" destOrd="0" presId="urn:microsoft.com/office/officeart/2005/8/layout/list1"/>
    <dgm:cxn modelId="{2A52CB27-1479-43B9-B118-ABBE2C5EAD48}" type="presOf" srcId="{9EED384E-C862-4CFB-B45B-7CC607440693}" destId="{A8C17FAF-EF4D-40BE-82DA-CB1DA3FE6BCA}" srcOrd="1" destOrd="0" presId="urn:microsoft.com/office/officeart/2005/8/layout/list1"/>
    <dgm:cxn modelId="{7591D698-0B94-4C12-83FF-4D5046247293}" type="presOf" srcId="{FE427E3C-F923-4CCC-91C7-40875A26644E}" destId="{91DA6E21-3BE9-45C5-9F4E-3878F3A7E29B}" srcOrd="0" destOrd="0" presId="urn:microsoft.com/office/officeart/2005/8/layout/list1"/>
    <dgm:cxn modelId="{CEFAC197-13F3-4593-8278-BB6940B3BDEF}" type="presOf" srcId="{E65BD0C3-6FEB-4705-B192-D9D29CBE8958}" destId="{D690F87E-860D-453D-9064-BF7A25C0C111}" srcOrd="1" destOrd="0" presId="urn:microsoft.com/office/officeart/2005/8/layout/list1"/>
    <dgm:cxn modelId="{914BCCB8-DA32-4861-8DB9-B737B5EF508C}" type="presOf" srcId="{9EED384E-C862-4CFB-B45B-7CC607440693}" destId="{DFCE44D4-3258-4E2A-AEAE-202A3E750080}" srcOrd="0" destOrd="0" presId="urn:microsoft.com/office/officeart/2005/8/layout/list1"/>
    <dgm:cxn modelId="{A46190B6-ADB8-4723-940F-CADDEEDE2E7E}" type="presParOf" srcId="{91DA6E21-3BE9-45C5-9F4E-3878F3A7E29B}" destId="{FDE6B72A-DE28-4C1B-AE5A-B99B9DA7644B}" srcOrd="0" destOrd="0" presId="urn:microsoft.com/office/officeart/2005/8/layout/list1"/>
    <dgm:cxn modelId="{BBD25D1E-CC06-4EFF-9221-80BFA650F222}" type="presParOf" srcId="{FDE6B72A-DE28-4C1B-AE5A-B99B9DA7644B}" destId="{DFCE44D4-3258-4E2A-AEAE-202A3E750080}" srcOrd="0" destOrd="0" presId="urn:microsoft.com/office/officeart/2005/8/layout/list1"/>
    <dgm:cxn modelId="{F7AAD08E-700E-4346-B498-1A6C640293C4}" type="presParOf" srcId="{FDE6B72A-DE28-4C1B-AE5A-B99B9DA7644B}" destId="{A8C17FAF-EF4D-40BE-82DA-CB1DA3FE6BCA}" srcOrd="1" destOrd="0" presId="urn:microsoft.com/office/officeart/2005/8/layout/list1"/>
    <dgm:cxn modelId="{5A23CE27-4A71-4BA5-8A77-EDE7CCCF4136}" type="presParOf" srcId="{91DA6E21-3BE9-45C5-9F4E-3878F3A7E29B}" destId="{A16C31C8-C7C0-4462-9471-81ED909B5BF4}" srcOrd="1" destOrd="0" presId="urn:microsoft.com/office/officeart/2005/8/layout/list1"/>
    <dgm:cxn modelId="{8DEA5C82-BA68-4648-94B3-BC08706BED0D}" type="presParOf" srcId="{91DA6E21-3BE9-45C5-9F4E-3878F3A7E29B}" destId="{25B18CC0-67BB-48AE-88A1-B06DCD00404E}" srcOrd="2" destOrd="0" presId="urn:microsoft.com/office/officeart/2005/8/layout/list1"/>
    <dgm:cxn modelId="{AD572475-B19E-436C-875B-2666D9F26604}" type="presParOf" srcId="{91DA6E21-3BE9-45C5-9F4E-3878F3A7E29B}" destId="{BBEBA9DB-A760-4A19-8EFA-0A9611E27A3D}" srcOrd="3" destOrd="0" presId="urn:microsoft.com/office/officeart/2005/8/layout/list1"/>
    <dgm:cxn modelId="{E4AEBB22-17E4-4A89-AA3D-20B2D19A49ED}" type="presParOf" srcId="{91DA6E21-3BE9-45C5-9F4E-3878F3A7E29B}" destId="{B8075350-3ADA-4AE6-8CDA-7F796F93A2B1}" srcOrd="4" destOrd="0" presId="urn:microsoft.com/office/officeart/2005/8/layout/list1"/>
    <dgm:cxn modelId="{93EF7041-4E83-40EF-B297-A96D922E583D}" type="presParOf" srcId="{B8075350-3ADA-4AE6-8CDA-7F796F93A2B1}" destId="{F688C6EB-2EF1-4E95-A901-361A4774E6B4}" srcOrd="0" destOrd="0" presId="urn:microsoft.com/office/officeart/2005/8/layout/list1"/>
    <dgm:cxn modelId="{E3714B8B-C171-4DEF-BC09-4DEF7923BA01}" type="presParOf" srcId="{B8075350-3ADA-4AE6-8CDA-7F796F93A2B1}" destId="{D690F87E-860D-453D-9064-BF7A25C0C111}" srcOrd="1" destOrd="0" presId="urn:microsoft.com/office/officeart/2005/8/layout/list1"/>
    <dgm:cxn modelId="{7245FA9E-2B9D-433D-88FE-CF8AFC3F385D}" type="presParOf" srcId="{91DA6E21-3BE9-45C5-9F4E-3878F3A7E29B}" destId="{C397A895-9E13-4EE7-BB47-539FDD0D89BF}" srcOrd="5" destOrd="0" presId="urn:microsoft.com/office/officeart/2005/8/layout/list1"/>
    <dgm:cxn modelId="{2A188FD8-3DB1-49A0-939B-9DCB24381ACB}" type="presParOf" srcId="{91DA6E21-3BE9-45C5-9F4E-3878F3A7E29B}" destId="{9380DBD9-88CB-404B-9FAC-78194C2B66C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83AA28-ABFC-43EA-BBB7-A6B9518E4F68}" type="doc">
      <dgm:prSet loTypeId="urn:microsoft.com/office/officeart/2005/8/layout/vList4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02EA7C-7EFE-461F-B9BF-5D7AC993BF61}">
      <dgm:prSet phldrT="[Text]" custT="1"/>
      <dgm:spPr/>
      <dgm:t>
        <a:bodyPr/>
        <a:lstStyle/>
        <a:p>
          <a:r>
            <a:rPr lang="en-US" sz="2400" b="1" dirty="0" smtClean="0"/>
            <a:t>State wise and Region wise crop analysis</a:t>
          </a:r>
          <a:endParaRPr lang="en-IN" sz="2400" b="1" dirty="0"/>
        </a:p>
      </dgm:t>
    </dgm:pt>
    <dgm:pt modelId="{50D296EB-5984-4CED-919A-DF217667078F}" type="parTrans" cxnId="{77A2DECC-1D77-4711-B499-E0584AE57FE8}">
      <dgm:prSet/>
      <dgm:spPr/>
      <dgm:t>
        <a:bodyPr/>
        <a:lstStyle/>
        <a:p>
          <a:endParaRPr lang="en-IN" b="1"/>
        </a:p>
      </dgm:t>
    </dgm:pt>
    <dgm:pt modelId="{FB45B001-ED33-4E29-A6C6-C73019EDD0FA}" type="sibTrans" cxnId="{77A2DECC-1D77-4711-B499-E0584AE57FE8}">
      <dgm:prSet/>
      <dgm:spPr/>
      <dgm:t>
        <a:bodyPr/>
        <a:lstStyle/>
        <a:p>
          <a:endParaRPr lang="en-IN" b="1"/>
        </a:p>
      </dgm:t>
    </dgm:pt>
    <dgm:pt modelId="{93B18AF9-94FC-4A10-AAFE-F86ED88F4B89}">
      <dgm:prSet phldrT="[Text]" custT="1"/>
      <dgm:spPr/>
      <dgm:t>
        <a:bodyPr/>
        <a:lstStyle/>
        <a:p>
          <a:r>
            <a:rPr lang="en-US" sz="2400" b="1" dirty="0" smtClean="0"/>
            <a:t>Data visualization using charts and graphs</a:t>
          </a:r>
          <a:endParaRPr lang="en-IN" sz="2400" b="1" dirty="0"/>
        </a:p>
      </dgm:t>
    </dgm:pt>
    <dgm:pt modelId="{19F8BF19-AF1A-4150-A401-B5B4278DC336}" type="parTrans" cxnId="{DA1B71F4-8CE9-4ABD-A453-3E6EC4F3408A}">
      <dgm:prSet/>
      <dgm:spPr/>
      <dgm:t>
        <a:bodyPr/>
        <a:lstStyle/>
        <a:p>
          <a:endParaRPr lang="en-IN" b="1"/>
        </a:p>
      </dgm:t>
    </dgm:pt>
    <dgm:pt modelId="{EC00B9F2-8D71-4B55-AE89-2C39AFC47356}" type="sibTrans" cxnId="{DA1B71F4-8CE9-4ABD-A453-3E6EC4F3408A}">
      <dgm:prSet/>
      <dgm:spPr/>
      <dgm:t>
        <a:bodyPr/>
        <a:lstStyle/>
        <a:p>
          <a:endParaRPr lang="en-IN" b="1"/>
        </a:p>
      </dgm:t>
    </dgm:pt>
    <dgm:pt modelId="{32F56CD5-0E3F-43D8-B671-50FDA613BBCA}">
      <dgm:prSet phldrT="[Text]" custT="1"/>
      <dgm:spPr/>
      <dgm:t>
        <a:bodyPr/>
        <a:lstStyle/>
        <a:p>
          <a:r>
            <a:rPr lang="en-US" sz="2400" b="1" dirty="0" smtClean="0"/>
            <a:t>Cleaned and organized dataset for accurate analysis</a:t>
          </a:r>
          <a:endParaRPr lang="en-IN" sz="2400" b="1" dirty="0"/>
        </a:p>
      </dgm:t>
    </dgm:pt>
    <dgm:pt modelId="{86CE5AD8-9EC7-4641-8D42-01DBD2C8AE9B}" type="parTrans" cxnId="{33E83338-27B0-40C7-8DD5-9386A853728E}">
      <dgm:prSet/>
      <dgm:spPr/>
      <dgm:t>
        <a:bodyPr/>
        <a:lstStyle/>
        <a:p>
          <a:endParaRPr lang="en-IN" b="1"/>
        </a:p>
      </dgm:t>
    </dgm:pt>
    <dgm:pt modelId="{ED9A64EB-CE41-433E-B2B4-0D9A172D5317}" type="sibTrans" cxnId="{33E83338-27B0-40C7-8DD5-9386A853728E}">
      <dgm:prSet/>
      <dgm:spPr/>
      <dgm:t>
        <a:bodyPr/>
        <a:lstStyle/>
        <a:p>
          <a:endParaRPr lang="en-IN" b="1"/>
        </a:p>
      </dgm:t>
    </dgm:pt>
    <dgm:pt modelId="{576BAFD4-2926-42FD-B5A3-48300F912CF7}" type="pres">
      <dgm:prSet presAssocID="{C983AA28-ABFC-43EA-BBB7-A6B9518E4F68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4CD85B9-67C0-4099-90C2-963EC029771B}" type="pres">
      <dgm:prSet presAssocID="{5602EA7C-7EFE-461F-B9BF-5D7AC993BF61}" presName="comp" presStyleCnt="0"/>
      <dgm:spPr/>
    </dgm:pt>
    <dgm:pt modelId="{402E47FA-89A8-4422-8582-08F08CFDC353}" type="pres">
      <dgm:prSet presAssocID="{5602EA7C-7EFE-461F-B9BF-5D7AC993BF61}" presName="box" presStyleLbl="node1" presStyleIdx="0" presStyleCnt="3" custLinFactNeighborY="1295"/>
      <dgm:spPr/>
      <dgm:t>
        <a:bodyPr/>
        <a:lstStyle/>
        <a:p>
          <a:endParaRPr lang="en-IN"/>
        </a:p>
      </dgm:t>
    </dgm:pt>
    <dgm:pt modelId="{280824B2-9F1F-4BDF-B008-6E019BE98592}" type="pres">
      <dgm:prSet presAssocID="{5602EA7C-7EFE-461F-B9BF-5D7AC993BF61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7000" b="-127000"/>
          </a:stretch>
        </a:blipFill>
      </dgm:spPr>
    </dgm:pt>
    <dgm:pt modelId="{17B31FA1-5EE7-49C1-9DA6-5F93CC7DE99E}" type="pres">
      <dgm:prSet presAssocID="{5602EA7C-7EFE-461F-B9BF-5D7AC993BF61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E6C1EF0-1BC9-4F45-AD91-7759FA7C19BE}" type="pres">
      <dgm:prSet presAssocID="{FB45B001-ED33-4E29-A6C6-C73019EDD0FA}" presName="spacer" presStyleCnt="0"/>
      <dgm:spPr/>
    </dgm:pt>
    <dgm:pt modelId="{1A96DFCC-CF7C-4839-A0FD-4EEC5D25BB82}" type="pres">
      <dgm:prSet presAssocID="{93B18AF9-94FC-4A10-AAFE-F86ED88F4B89}" presName="comp" presStyleCnt="0"/>
      <dgm:spPr/>
    </dgm:pt>
    <dgm:pt modelId="{6D919726-FD87-46EE-A1C1-6EC7238B8FA3}" type="pres">
      <dgm:prSet presAssocID="{93B18AF9-94FC-4A10-AAFE-F86ED88F4B89}" presName="box" presStyleLbl="node1" presStyleIdx="1" presStyleCnt="3"/>
      <dgm:spPr/>
      <dgm:t>
        <a:bodyPr/>
        <a:lstStyle/>
        <a:p>
          <a:endParaRPr lang="en-IN"/>
        </a:p>
      </dgm:t>
    </dgm:pt>
    <dgm:pt modelId="{AD5F622D-2068-4FAD-B679-9C1BB99B4A21}" type="pres">
      <dgm:prSet presAssocID="{93B18AF9-94FC-4A10-AAFE-F86ED88F4B89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0" b="-80000"/>
          </a:stretch>
        </a:blipFill>
      </dgm:spPr>
    </dgm:pt>
    <dgm:pt modelId="{849885DF-1CD9-4F47-9BC9-946451526A11}" type="pres">
      <dgm:prSet presAssocID="{93B18AF9-94FC-4A10-AAFE-F86ED88F4B89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AF4DB44-BCFF-49AE-A05D-7B77841818BC}" type="pres">
      <dgm:prSet presAssocID="{EC00B9F2-8D71-4B55-AE89-2C39AFC47356}" presName="spacer" presStyleCnt="0"/>
      <dgm:spPr/>
    </dgm:pt>
    <dgm:pt modelId="{FFDB9BB8-5817-4AAC-9379-DE2009EB398E}" type="pres">
      <dgm:prSet presAssocID="{32F56CD5-0E3F-43D8-B671-50FDA613BBCA}" presName="comp" presStyleCnt="0"/>
      <dgm:spPr/>
    </dgm:pt>
    <dgm:pt modelId="{6EBDD591-85AD-4CD8-A26F-649A5AEA945C}" type="pres">
      <dgm:prSet presAssocID="{32F56CD5-0E3F-43D8-B671-50FDA613BBCA}" presName="box" presStyleLbl="node1" presStyleIdx="2" presStyleCnt="3"/>
      <dgm:spPr/>
      <dgm:t>
        <a:bodyPr/>
        <a:lstStyle/>
        <a:p>
          <a:endParaRPr lang="en-IN"/>
        </a:p>
      </dgm:t>
    </dgm:pt>
    <dgm:pt modelId="{A69BC893-A6AC-4836-971D-F4EFC0A73150}" type="pres">
      <dgm:prSet presAssocID="{32F56CD5-0E3F-43D8-B671-50FDA613BBCA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gm:spPr>
    </dgm:pt>
    <dgm:pt modelId="{5A84327F-6002-4F5C-8647-89FAA985FD59}" type="pres">
      <dgm:prSet presAssocID="{32F56CD5-0E3F-43D8-B671-50FDA613BBCA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A1B71F4-8CE9-4ABD-A453-3E6EC4F3408A}" srcId="{C983AA28-ABFC-43EA-BBB7-A6B9518E4F68}" destId="{93B18AF9-94FC-4A10-AAFE-F86ED88F4B89}" srcOrd="1" destOrd="0" parTransId="{19F8BF19-AF1A-4150-A401-B5B4278DC336}" sibTransId="{EC00B9F2-8D71-4B55-AE89-2C39AFC47356}"/>
    <dgm:cxn modelId="{59C9BA26-9089-4835-9708-C94E7C759468}" type="presOf" srcId="{5602EA7C-7EFE-461F-B9BF-5D7AC993BF61}" destId="{17B31FA1-5EE7-49C1-9DA6-5F93CC7DE99E}" srcOrd="1" destOrd="0" presId="urn:microsoft.com/office/officeart/2005/8/layout/vList4"/>
    <dgm:cxn modelId="{33E83338-27B0-40C7-8DD5-9386A853728E}" srcId="{C983AA28-ABFC-43EA-BBB7-A6B9518E4F68}" destId="{32F56CD5-0E3F-43D8-B671-50FDA613BBCA}" srcOrd="2" destOrd="0" parTransId="{86CE5AD8-9EC7-4641-8D42-01DBD2C8AE9B}" sibTransId="{ED9A64EB-CE41-433E-B2B4-0D9A172D5317}"/>
    <dgm:cxn modelId="{F3E68F60-0242-4903-824B-2FD7D74A5B54}" type="presOf" srcId="{5602EA7C-7EFE-461F-B9BF-5D7AC993BF61}" destId="{402E47FA-89A8-4422-8582-08F08CFDC353}" srcOrd="0" destOrd="0" presId="urn:microsoft.com/office/officeart/2005/8/layout/vList4"/>
    <dgm:cxn modelId="{8CCB2902-AB5D-415F-8E91-CB7111342513}" type="presOf" srcId="{93B18AF9-94FC-4A10-AAFE-F86ED88F4B89}" destId="{849885DF-1CD9-4F47-9BC9-946451526A11}" srcOrd="1" destOrd="0" presId="urn:microsoft.com/office/officeart/2005/8/layout/vList4"/>
    <dgm:cxn modelId="{699F211B-F42B-4EEE-8598-684F0DD8834D}" type="presOf" srcId="{32F56CD5-0E3F-43D8-B671-50FDA613BBCA}" destId="{5A84327F-6002-4F5C-8647-89FAA985FD59}" srcOrd="1" destOrd="0" presId="urn:microsoft.com/office/officeart/2005/8/layout/vList4"/>
    <dgm:cxn modelId="{03A07471-3A16-47F0-88B5-E03C44B05A01}" type="presOf" srcId="{C983AA28-ABFC-43EA-BBB7-A6B9518E4F68}" destId="{576BAFD4-2926-42FD-B5A3-48300F912CF7}" srcOrd="0" destOrd="0" presId="urn:microsoft.com/office/officeart/2005/8/layout/vList4"/>
    <dgm:cxn modelId="{ED9DF900-FD46-4414-8F3B-3A03E844556F}" type="presOf" srcId="{32F56CD5-0E3F-43D8-B671-50FDA613BBCA}" destId="{6EBDD591-85AD-4CD8-A26F-649A5AEA945C}" srcOrd="0" destOrd="0" presId="urn:microsoft.com/office/officeart/2005/8/layout/vList4"/>
    <dgm:cxn modelId="{865088FD-A932-47AC-A061-D2190FD5E47D}" type="presOf" srcId="{93B18AF9-94FC-4A10-AAFE-F86ED88F4B89}" destId="{6D919726-FD87-46EE-A1C1-6EC7238B8FA3}" srcOrd="0" destOrd="0" presId="urn:microsoft.com/office/officeart/2005/8/layout/vList4"/>
    <dgm:cxn modelId="{77A2DECC-1D77-4711-B499-E0584AE57FE8}" srcId="{C983AA28-ABFC-43EA-BBB7-A6B9518E4F68}" destId="{5602EA7C-7EFE-461F-B9BF-5D7AC993BF61}" srcOrd="0" destOrd="0" parTransId="{50D296EB-5984-4CED-919A-DF217667078F}" sibTransId="{FB45B001-ED33-4E29-A6C6-C73019EDD0FA}"/>
    <dgm:cxn modelId="{620A9E49-0EC9-43CA-AADE-37FB7D3EAD7B}" type="presParOf" srcId="{576BAFD4-2926-42FD-B5A3-48300F912CF7}" destId="{14CD85B9-67C0-4099-90C2-963EC029771B}" srcOrd="0" destOrd="0" presId="urn:microsoft.com/office/officeart/2005/8/layout/vList4"/>
    <dgm:cxn modelId="{3D2900BB-A861-48AE-8B23-77B4CF84CB17}" type="presParOf" srcId="{14CD85B9-67C0-4099-90C2-963EC029771B}" destId="{402E47FA-89A8-4422-8582-08F08CFDC353}" srcOrd="0" destOrd="0" presId="urn:microsoft.com/office/officeart/2005/8/layout/vList4"/>
    <dgm:cxn modelId="{F0E4B05A-703F-45D1-BC7B-FE077E148E4E}" type="presParOf" srcId="{14CD85B9-67C0-4099-90C2-963EC029771B}" destId="{280824B2-9F1F-4BDF-B008-6E019BE98592}" srcOrd="1" destOrd="0" presId="urn:microsoft.com/office/officeart/2005/8/layout/vList4"/>
    <dgm:cxn modelId="{2B0FF0C7-0C4B-421F-8296-81764547EACE}" type="presParOf" srcId="{14CD85B9-67C0-4099-90C2-963EC029771B}" destId="{17B31FA1-5EE7-49C1-9DA6-5F93CC7DE99E}" srcOrd="2" destOrd="0" presId="urn:microsoft.com/office/officeart/2005/8/layout/vList4"/>
    <dgm:cxn modelId="{A6F40290-96F1-403B-A639-7E0F63A8F9A3}" type="presParOf" srcId="{576BAFD4-2926-42FD-B5A3-48300F912CF7}" destId="{FE6C1EF0-1BC9-4F45-AD91-7759FA7C19BE}" srcOrd="1" destOrd="0" presId="urn:microsoft.com/office/officeart/2005/8/layout/vList4"/>
    <dgm:cxn modelId="{7766D428-807F-44CC-A8A8-E1478AAFBA62}" type="presParOf" srcId="{576BAFD4-2926-42FD-B5A3-48300F912CF7}" destId="{1A96DFCC-CF7C-4839-A0FD-4EEC5D25BB82}" srcOrd="2" destOrd="0" presId="urn:microsoft.com/office/officeart/2005/8/layout/vList4"/>
    <dgm:cxn modelId="{E1B473AE-BDBF-4D55-A734-6539588689E0}" type="presParOf" srcId="{1A96DFCC-CF7C-4839-A0FD-4EEC5D25BB82}" destId="{6D919726-FD87-46EE-A1C1-6EC7238B8FA3}" srcOrd="0" destOrd="0" presId="urn:microsoft.com/office/officeart/2005/8/layout/vList4"/>
    <dgm:cxn modelId="{C8678B95-B609-4267-9F31-E44985F43497}" type="presParOf" srcId="{1A96DFCC-CF7C-4839-A0FD-4EEC5D25BB82}" destId="{AD5F622D-2068-4FAD-B679-9C1BB99B4A21}" srcOrd="1" destOrd="0" presId="urn:microsoft.com/office/officeart/2005/8/layout/vList4"/>
    <dgm:cxn modelId="{918548AA-5158-4689-A7EA-367941274932}" type="presParOf" srcId="{1A96DFCC-CF7C-4839-A0FD-4EEC5D25BB82}" destId="{849885DF-1CD9-4F47-9BC9-946451526A11}" srcOrd="2" destOrd="0" presId="urn:microsoft.com/office/officeart/2005/8/layout/vList4"/>
    <dgm:cxn modelId="{6F705F5D-E3E5-4216-8E42-73CA1A147904}" type="presParOf" srcId="{576BAFD4-2926-42FD-B5A3-48300F912CF7}" destId="{8AF4DB44-BCFF-49AE-A05D-7B77841818BC}" srcOrd="3" destOrd="0" presId="urn:microsoft.com/office/officeart/2005/8/layout/vList4"/>
    <dgm:cxn modelId="{B4BDF934-3761-43F8-8080-C46C9B0F52A8}" type="presParOf" srcId="{576BAFD4-2926-42FD-B5A3-48300F912CF7}" destId="{FFDB9BB8-5817-4AAC-9379-DE2009EB398E}" srcOrd="4" destOrd="0" presId="urn:microsoft.com/office/officeart/2005/8/layout/vList4"/>
    <dgm:cxn modelId="{3AF785DB-2A01-40FC-BA41-8B8B797CF4E9}" type="presParOf" srcId="{FFDB9BB8-5817-4AAC-9379-DE2009EB398E}" destId="{6EBDD591-85AD-4CD8-A26F-649A5AEA945C}" srcOrd="0" destOrd="0" presId="urn:microsoft.com/office/officeart/2005/8/layout/vList4"/>
    <dgm:cxn modelId="{7944B823-35D6-4018-BEFB-CC991983B71B}" type="presParOf" srcId="{FFDB9BB8-5817-4AAC-9379-DE2009EB398E}" destId="{A69BC893-A6AC-4836-971D-F4EFC0A73150}" srcOrd="1" destOrd="0" presId="urn:microsoft.com/office/officeart/2005/8/layout/vList4"/>
    <dgm:cxn modelId="{5A0FEB0C-B1DE-4251-9D8C-12CDD2476484}" type="presParOf" srcId="{FFDB9BB8-5817-4AAC-9379-DE2009EB398E}" destId="{5A84327F-6002-4F5C-8647-89FAA985FD59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83AA28-ABFC-43EA-BBB7-A6B9518E4F68}" type="doc">
      <dgm:prSet loTypeId="urn:microsoft.com/office/officeart/2005/8/layout/vList4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02EA7C-7EFE-461F-B9BF-5D7AC993BF61}">
      <dgm:prSet phldrT="[Text]" custT="1"/>
      <dgm:spPr/>
      <dgm:t>
        <a:bodyPr/>
        <a:lstStyle/>
        <a:p>
          <a:r>
            <a:rPr lang="en-US" sz="2400" b="1" dirty="0" smtClean="0"/>
            <a:t>Irrigation and fertilizers usage insights</a:t>
          </a:r>
          <a:endParaRPr lang="en-IN" sz="2400" b="1" dirty="0"/>
        </a:p>
      </dgm:t>
    </dgm:pt>
    <dgm:pt modelId="{50D296EB-5984-4CED-919A-DF217667078F}" type="parTrans" cxnId="{77A2DECC-1D77-4711-B499-E0584AE57FE8}">
      <dgm:prSet/>
      <dgm:spPr/>
      <dgm:t>
        <a:bodyPr/>
        <a:lstStyle/>
        <a:p>
          <a:endParaRPr lang="en-IN" b="1"/>
        </a:p>
      </dgm:t>
    </dgm:pt>
    <dgm:pt modelId="{FB45B001-ED33-4E29-A6C6-C73019EDD0FA}" type="sibTrans" cxnId="{77A2DECC-1D77-4711-B499-E0584AE57FE8}">
      <dgm:prSet/>
      <dgm:spPr/>
      <dgm:t>
        <a:bodyPr/>
        <a:lstStyle/>
        <a:p>
          <a:endParaRPr lang="en-IN" b="1"/>
        </a:p>
      </dgm:t>
    </dgm:pt>
    <dgm:pt modelId="{93B18AF9-94FC-4A10-AAFE-F86ED88F4B89}">
      <dgm:prSet phldrT="[Text]" custT="1"/>
      <dgm:spPr/>
      <dgm:t>
        <a:bodyPr/>
        <a:lstStyle/>
        <a:p>
          <a:r>
            <a:rPr lang="en-US" sz="2400" b="1" dirty="0" smtClean="0"/>
            <a:t>Easy to understand reports and findings</a:t>
          </a:r>
          <a:endParaRPr lang="en-IN" sz="2400" b="1" dirty="0"/>
        </a:p>
      </dgm:t>
    </dgm:pt>
    <dgm:pt modelId="{19F8BF19-AF1A-4150-A401-B5B4278DC336}" type="parTrans" cxnId="{DA1B71F4-8CE9-4ABD-A453-3E6EC4F3408A}">
      <dgm:prSet/>
      <dgm:spPr/>
      <dgm:t>
        <a:bodyPr/>
        <a:lstStyle/>
        <a:p>
          <a:endParaRPr lang="en-IN" b="1"/>
        </a:p>
      </dgm:t>
    </dgm:pt>
    <dgm:pt modelId="{EC00B9F2-8D71-4B55-AE89-2C39AFC47356}" type="sibTrans" cxnId="{DA1B71F4-8CE9-4ABD-A453-3E6EC4F3408A}">
      <dgm:prSet/>
      <dgm:spPr/>
      <dgm:t>
        <a:bodyPr/>
        <a:lstStyle/>
        <a:p>
          <a:endParaRPr lang="en-IN" b="1"/>
        </a:p>
      </dgm:t>
    </dgm:pt>
    <dgm:pt modelId="{576BAFD4-2926-42FD-B5A3-48300F912CF7}" type="pres">
      <dgm:prSet presAssocID="{C983AA28-ABFC-43EA-BBB7-A6B9518E4F68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4CD85B9-67C0-4099-90C2-963EC029771B}" type="pres">
      <dgm:prSet presAssocID="{5602EA7C-7EFE-461F-B9BF-5D7AC993BF61}" presName="comp" presStyleCnt="0"/>
      <dgm:spPr/>
    </dgm:pt>
    <dgm:pt modelId="{402E47FA-89A8-4422-8582-08F08CFDC353}" type="pres">
      <dgm:prSet presAssocID="{5602EA7C-7EFE-461F-B9BF-5D7AC993BF61}" presName="box" presStyleLbl="node1" presStyleIdx="0" presStyleCnt="2" custLinFactNeighborY="-1233"/>
      <dgm:spPr/>
      <dgm:t>
        <a:bodyPr/>
        <a:lstStyle/>
        <a:p>
          <a:endParaRPr lang="en-IN"/>
        </a:p>
      </dgm:t>
    </dgm:pt>
    <dgm:pt modelId="{280824B2-9F1F-4BDF-B008-6E019BE98592}" type="pres">
      <dgm:prSet presAssocID="{5602EA7C-7EFE-461F-B9BF-5D7AC993BF61}" presName="img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17B31FA1-5EE7-49C1-9DA6-5F93CC7DE99E}" type="pres">
      <dgm:prSet presAssocID="{5602EA7C-7EFE-461F-B9BF-5D7AC993BF61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E6C1EF0-1BC9-4F45-AD91-7759FA7C19BE}" type="pres">
      <dgm:prSet presAssocID="{FB45B001-ED33-4E29-A6C6-C73019EDD0FA}" presName="spacer" presStyleCnt="0"/>
      <dgm:spPr/>
    </dgm:pt>
    <dgm:pt modelId="{1A96DFCC-CF7C-4839-A0FD-4EEC5D25BB82}" type="pres">
      <dgm:prSet presAssocID="{93B18AF9-94FC-4A10-AAFE-F86ED88F4B89}" presName="comp" presStyleCnt="0"/>
      <dgm:spPr/>
    </dgm:pt>
    <dgm:pt modelId="{6D919726-FD87-46EE-A1C1-6EC7238B8FA3}" type="pres">
      <dgm:prSet presAssocID="{93B18AF9-94FC-4A10-AAFE-F86ED88F4B89}" presName="box" presStyleLbl="node1" presStyleIdx="1" presStyleCnt="2"/>
      <dgm:spPr/>
      <dgm:t>
        <a:bodyPr/>
        <a:lstStyle/>
        <a:p>
          <a:endParaRPr lang="en-IN"/>
        </a:p>
      </dgm:t>
    </dgm:pt>
    <dgm:pt modelId="{AD5F622D-2068-4FAD-B679-9C1BB99B4A21}" type="pres">
      <dgm:prSet presAssocID="{93B18AF9-94FC-4A10-AAFE-F86ED88F4B89}" presName="img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49885DF-1CD9-4F47-9BC9-946451526A11}" type="pres">
      <dgm:prSet presAssocID="{93B18AF9-94FC-4A10-AAFE-F86ED88F4B89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F90CF1B-CC89-423F-904E-C8205BEE8AB8}" type="presOf" srcId="{93B18AF9-94FC-4A10-AAFE-F86ED88F4B89}" destId="{849885DF-1CD9-4F47-9BC9-946451526A11}" srcOrd="1" destOrd="0" presId="urn:microsoft.com/office/officeart/2005/8/layout/vList4"/>
    <dgm:cxn modelId="{6E6DC422-C2E0-4876-BF4E-D5410EB9F627}" type="presOf" srcId="{C983AA28-ABFC-43EA-BBB7-A6B9518E4F68}" destId="{576BAFD4-2926-42FD-B5A3-48300F912CF7}" srcOrd="0" destOrd="0" presId="urn:microsoft.com/office/officeart/2005/8/layout/vList4"/>
    <dgm:cxn modelId="{77A2DECC-1D77-4711-B499-E0584AE57FE8}" srcId="{C983AA28-ABFC-43EA-BBB7-A6B9518E4F68}" destId="{5602EA7C-7EFE-461F-B9BF-5D7AC993BF61}" srcOrd="0" destOrd="0" parTransId="{50D296EB-5984-4CED-919A-DF217667078F}" sibTransId="{FB45B001-ED33-4E29-A6C6-C73019EDD0FA}"/>
    <dgm:cxn modelId="{DA1B71F4-8CE9-4ABD-A453-3E6EC4F3408A}" srcId="{C983AA28-ABFC-43EA-BBB7-A6B9518E4F68}" destId="{93B18AF9-94FC-4A10-AAFE-F86ED88F4B89}" srcOrd="1" destOrd="0" parTransId="{19F8BF19-AF1A-4150-A401-B5B4278DC336}" sibTransId="{EC00B9F2-8D71-4B55-AE89-2C39AFC47356}"/>
    <dgm:cxn modelId="{864147DD-4884-4696-A4C1-0A58AD36694D}" type="presOf" srcId="{93B18AF9-94FC-4A10-AAFE-F86ED88F4B89}" destId="{6D919726-FD87-46EE-A1C1-6EC7238B8FA3}" srcOrd="0" destOrd="0" presId="urn:microsoft.com/office/officeart/2005/8/layout/vList4"/>
    <dgm:cxn modelId="{65D2DFDE-12DD-4E12-800A-C4842B58B34A}" type="presOf" srcId="{5602EA7C-7EFE-461F-B9BF-5D7AC993BF61}" destId="{17B31FA1-5EE7-49C1-9DA6-5F93CC7DE99E}" srcOrd="1" destOrd="0" presId="urn:microsoft.com/office/officeart/2005/8/layout/vList4"/>
    <dgm:cxn modelId="{F3D1652E-E010-4E11-9D88-C1675B0D094B}" type="presOf" srcId="{5602EA7C-7EFE-461F-B9BF-5D7AC993BF61}" destId="{402E47FA-89A8-4422-8582-08F08CFDC353}" srcOrd="0" destOrd="0" presId="urn:microsoft.com/office/officeart/2005/8/layout/vList4"/>
    <dgm:cxn modelId="{B290BE19-84A1-4EE3-A041-EE0FDD317DD1}" type="presParOf" srcId="{576BAFD4-2926-42FD-B5A3-48300F912CF7}" destId="{14CD85B9-67C0-4099-90C2-963EC029771B}" srcOrd="0" destOrd="0" presId="urn:microsoft.com/office/officeart/2005/8/layout/vList4"/>
    <dgm:cxn modelId="{DF242FF3-FEB7-458A-A12C-56D7FAF11280}" type="presParOf" srcId="{14CD85B9-67C0-4099-90C2-963EC029771B}" destId="{402E47FA-89A8-4422-8582-08F08CFDC353}" srcOrd="0" destOrd="0" presId="urn:microsoft.com/office/officeart/2005/8/layout/vList4"/>
    <dgm:cxn modelId="{5CCA5FC4-4A4A-47E7-B229-E327D21A3A0E}" type="presParOf" srcId="{14CD85B9-67C0-4099-90C2-963EC029771B}" destId="{280824B2-9F1F-4BDF-B008-6E019BE98592}" srcOrd="1" destOrd="0" presId="urn:microsoft.com/office/officeart/2005/8/layout/vList4"/>
    <dgm:cxn modelId="{DABCA62B-7440-466E-8B6B-3D88432C6DEE}" type="presParOf" srcId="{14CD85B9-67C0-4099-90C2-963EC029771B}" destId="{17B31FA1-5EE7-49C1-9DA6-5F93CC7DE99E}" srcOrd="2" destOrd="0" presId="urn:microsoft.com/office/officeart/2005/8/layout/vList4"/>
    <dgm:cxn modelId="{1104488B-0557-4B45-81CC-AE6C9245C069}" type="presParOf" srcId="{576BAFD4-2926-42FD-B5A3-48300F912CF7}" destId="{FE6C1EF0-1BC9-4F45-AD91-7759FA7C19BE}" srcOrd="1" destOrd="0" presId="urn:microsoft.com/office/officeart/2005/8/layout/vList4"/>
    <dgm:cxn modelId="{92E87C86-D56D-4E30-BA88-6627BBF60C32}" type="presParOf" srcId="{576BAFD4-2926-42FD-B5A3-48300F912CF7}" destId="{1A96DFCC-CF7C-4839-A0FD-4EEC5D25BB82}" srcOrd="2" destOrd="0" presId="urn:microsoft.com/office/officeart/2005/8/layout/vList4"/>
    <dgm:cxn modelId="{AF142766-52FE-45BF-9DEF-760E640B73EC}" type="presParOf" srcId="{1A96DFCC-CF7C-4839-A0FD-4EEC5D25BB82}" destId="{6D919726-FD87-46EE-A1C1-6EC7238B8FA3}" srcOrd="0" destOrd="0" presId="urn:microsoft.com/office/officeart/2005/8/layout/vList4"/>
    <dgm:cxn modelId="{4ADB25DE-30D0-4480-BE53-3283D05EB154}" type="presParOf" srcId="{1A96DFCC-CF7C-4839-A0FD-4EEC5D25BB82}" destId="{AD5F622D-2068-4FAD-B679-9C1BB99B4A21}" srcOrd="1" destOrd="0" presId="urn:microsoft.com/office/officeart/2005/8/layout/vList4"/>
    <dgm:cxn modelId="{DED8DFB9-2590-422C-9624-3D44FCABB892}" type="presParOf" srcId="{1A96DFCC-CF7C-4839-A0FD-4EEC5D25BB82}" destId="{849885DF-1CD9-4F47-9BC9-946451526A11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204715-6236-4209-9269-01453B10F762}" type="doc">
      <dgm:prSet loTypeId="urn:microsoft.com/office/officeart/2005/8/layout/process3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7D85BB3-069D-4406-AB02-7FCE05D3EF2B}">
      <dgm:prSet phldrT="[Text]" custT="1"/>
      <dgm:spPr/>
      <dgm:t>
        <a:bodyPr/>
        <a:lstStyle/>
        <a:p>
          <a:r>
            <a:rPr lang="en-US" sz="2000" b="1" i="0" dirty="0" smtClean="0">
              <a:solidFill>
                <a:schemeClr val="tx1"/>
              </a:solidFill>
            </a:rPr>
            <a:t>Idea Thinking</a:t>
          </a:r>
          <a:endParaRPr lang="en-IN" sz="2000" b="1" i="0" dirty="0">
            <a:solidFill>
              <a:schemeClr val="tx1"/>
            </a:solidFill>
          </a:endParaRPr>
        </a:p>
      </dgm:t>
    </dgm:pt>
    <dgm:pt modelId="{325573C8-3EFB-45B4-A41B-828B55D29569}" type="parTrans" cxnId="{E1482A2E-C97F-497C-A178-BB66B8D2B274}">
      <dgm:prSet/>
      <dgm:spPr/>
      <dgm:t>
        <a:bodyPr/>
        <a:lstStyle/>
        <a:p>
          <a:endParaRPr lang="en-IN"/>
        </a:p>
      </dgm:t>
    </dgm:pt>
    <dgm:pt modelId="{5A7C3DA5-0AA6-426D-A6D8-02C659E3DDD9}" type="sibTrans" cxnId="{E1482A2E-C97F-497C-A178-BB66B8D2B274}">
      <dgm:prSet/>
      <dgm:spPr/>
      <dgm:t>
        <a:bodyPr/>
        <a:lstStyle/>
        <a:p>
          <a:endParaRPr lang="en-IN"/>
        </a:p>
      </dgm:t>
    </dgm:pt>
    <dgm:pt modelId="{B8E3C098-FA10-4E4E-B574-91A4643E79AF}">
      <dgm:prSet phldrT="[Text]" custT="1"/>
      <dgm:spPr/>
      <dgm:t>
        <a:bodyPr/>
        <a:lstStyle/>
        <a:p>
          <a:r>
            <a:rPr lang="en-US" sz="1600" dirty="0" smtClean="0"/>
            <a:t>Choose agriculture as the project domain.</a:t>
          </a:r>
          <a:endParaRPr lang="en-IN" sz="1600" dirty="0"/>
        </a:p>
      </dgm:t>
    </dgm:pt>
    <dgm:pt modelId="{B3E31D58-4F78-4668-9C68-9219FE5754D9}" type="parTrans" cxnId="{E69DD5C0-46EF-4D91-9095-FB73681EC58A}">
      <dgm:prSet/>
      <dgm:spPr/>
      <dgm:t>
        <a:bodyPr/>
        <a:lstStyle/>
        <a:p>
          <a:endParaRPr lang="en-IN"/>
        </a:p>
      </dgm:t>
    </dgm:pt>
    <dgm:pt modelId="{05C9DDBC-4EC8-40EF-B65A-381FD92BAC2F}" type="sibTrans" cxnId="{E69DD5C0-46EF-4D91-9095-FB73681EC58A}">
      <dgm:prSet/>
      <dgm:spPr/>
      <dgm:t>
        <a:bodyPr/>
        <a:lstStyle/>
        <a:p>
          <a:endParaRPr lang="en-IN"/>
        </a:p>
      </dgm:t>
    </dgm:pt>
    <dgm:pt modelId="{9450043B-F18E-4B9B-B204-8B6E80B42354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</a:rPr>
            <a:t>Data collection</a:t>
          </a:r>
          <a:endParaRPr lang="en-IN" sz="2000" b="1" dirty="0">
            <a:solidFill>
              <a:schemeClr val="tx1"/>
            </a:solidFill>
          </a:endParaRPr>
        </a:p>
      </dgm:t>
    </dgm:pt>
    <dgm:pt modelId="{EC1EC366-A783-4994-B2C2-08433324119F}" type="parTrans" cxnId="{1FFB1E5B-C7B9-4D4A-BBE4-19029E2FFCA4}">
      <dgm:prSet/>
      <dgm:spPr/>
      <dgm:t>
        <a:bodyPr/>
        <a:lstStyle/>
        <a:p>
          <a:endParaRPr lang="en-IN"/>
        </a:p>
      </dgm:t>
    </dgm:pt>
    <dgm:pt modelId="{53D456C6-4A82-46EF-8662-C953D9597D51}" type="sibTrans" cxnId="{1FFB1E5B-C7B9-4D4A-BBE4-19029E2FFCA4}">
      <dgm:prSet/>
      <dgm:spPr/>
      <dgm:t>
        <a:bodyPr/>
        <a:lstStyle/>
        <a:p>
          <a:endParaRPr lang="en-IN"/>
        </a:p>
      </dgm:t>
    </dgm:pt>
    <dgm:pt modelId="{69645ED5-FC01-4D7A-9083-3BC63F413280}">
      <dgm:prSet phldrT="[Text]" custT="1"/>
      <dgm:spPr/>
      <dgm:t>
        <a:bodyPr/>
        <a:lstStyle/>
        <a:p>
          <a:r>
            <a:rPr lang="en-US" sz="1600" dirty="0" smtClean="0"/>
            <a:t>Collected the agriculture dataset from </a:t>
          </a:r>
          <a:r>
            <a:rPr lang="en-US" sz="1600" dirty="0" err="1" smtClean="0"/>
            <a:t>Kaggle</a:t>
          </a:r>
          <a:r>
            <a:rPr lang="en-US" sz="1600" dirty="0" smtClean="0"/>
            <a:t> website.</a:t>
          </a:r>
          <a:endParaRPr lang="en-IN" sz="1600" dirty="0"/>
        </a:p>
      </dgm:t>
    </dgm:pt>
    <dgm:pt modelId="{6DECB43F-2C13-4256-8BFF-2FC83C166648}" type="parTrans" cxnId="{40DC0449-6317-4F26-A08F-8129D70875C4}">
      <dgm:prSet/>
      <dgm:spPr/>
      <dgm:t>
        <a:bodyPr/>
        <a:lstStyle/>
        <a:p>
          <a:endParaRPr lang="en-IN"/>
        </a:p>
      </dgm:t>
    </dgm:pt>
    <dgm:pt modelId="{16CBAF6B-D554-46C8-B965-4E492BD470C3}" type="sibTrans" cxnId="{40DC0449-6317-4F26-A08F-8129D70875C4}">
      <dgm:prSet/>
      <dgm:spPr/>
      <dgm:t>
        <a:bodyPr/>
        <a:lstStyle/>
        <a:p>
          <a:endParaRPr lang="en-IN"/>
        </a:p>
      </dgm:t>
    </dgm:pt>
    <dgm:pt modelId="{54CBE77E-F04A-4178-830C-AA2072F9FD15}">
      <dgm:prSet phldrT="[Text]" custT="1"/>
      <dgm:spPr/>
      <dgm:t>
        <a:bodyPr/>
        <a:lstStyle/>
        <a:p>
          <a:r>
            <a:rPr lang="en-US" sz="1600" dirty="0" smtClean="0"/>
            <a:t>Downloaded the Dataset in CSV format</a:t>
          </a:r>
          <a:endParaRPr lang="en-IN" sz="1600" dirty="0"/>
        </a:p>
      </dgm:t>
    </dgm:pt>
    <dgm:pt modelId="{764945B5-77EA-45A5-98DB-CFB3924FA7A6}" type="parTrans" cxnId="{5706A8F6-DC17-404C-9BBE-8C538E4431F6}">
      <dgm:prSet/>
      <dgm:spPr/>
      <dgm:t>
        <a:bodyPr/>
        <a:lstStyle/>
        <a:p>
          <a:endParaRPr lang="en-IN"/>
        </a:p>
      </dgm:t>
    </dgm:pt>
    <dgm:pt modelId="{70885612-712F-47C0-8C9F-1853B0242C17}" type="sibTrans" cxnId="{5706A8F6-DC17-404C-9BBE-8C538E4431F6}">
      <dgm:prSet/>
      <dgm:spPr/>
      <dgm:t>
        <a:bodyPr/>
        <a:lstStyle/>
        <a:p>
          <a:endParaRPr lang="en-IN"/>
        </a:p>
      </dgm:t>
    </dgm:pt>
    <dgm:pt modelId="{A757D12E-0885-4F2F-86CF-02F9F1DC8D60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Data Visualization</a:t>
          </a:r>
          <a:endParaRPr lang="en-IN" b="1" dirty="0">
            <a:solidFill>
              <a:schemeClr val="tx1"/>
            </a:solidFill>
          </a:endParaRPr>
        </a:p>
      </dgm:t>
    </dgm:pt>
    <dgm:pt modelId="{09AD230F-A1F0-48AB-9D27-E84BA722C113}" type="parTrans" cxnId="{FA296B4A-14AE-42FE-A499-A69D41F1AF01}">
      <dgm:prSet/>
      <dgm:spPr/>
      <dgm:t>
        <a:bodyPr/>
        <a:lstStyle/>
        <a:p>
          <a:endParaRPr lang="en-IN"/>
        </a:p>
      </dgm:t>
    </dgm:pt>
    <dgm:pt modelId="{A37A05BF-0C4B-41C6-831F-A16737526535}" type="sibTrans" cxnId="{FA296B4A-14AE-42FE-A499-A69D41F1AF01}">
      <dgm:prSet/>
      <dgm:spPr/>
      <dgm:t>
        <a:bodyPr/>
        <a:lstStyle/>
        <a:p>
          <a:endParaRPr lang="en-IN"/>
        </a:p>
      </dgm:t>
    </dgm:pt>
    <dgm:pt modelId="{7621C1C6-4E59-40CB-B5E6-7A4D0803DF7D}">
      <dgm:prSet phldrT="[Text]"/>
      <dgm:spPr/>
      <dgm:t>
        <a:bodyPr/>
        <a:lstStyle/>
        <a:p>
          <a:endParaRPr lang="en-IN" sz="1300" dirty="0"/>
        </a:p>
      </dgm:t>
    </dgm:pt>
    <dgm:pt modelId="{6B962D1A-B34D-4EE5-9769-B57AB51340AE}" type="parTrans" cxnId="{344B6183-0A38-4AE0-A042-3A760A15F2ED}">
      <dgm:prSet/>
      <dgm:spPr/>
      <dgm:t>
        <a:bodyPr/>
        <a:lstStyle/>
        <a:p>
          <a:endParaRPr lang="en-IN"/>
        </a:p>
      </dgm:t>
    </dgm:pt>
    <dgm:pt modelId="{295E07F2-C34C-41A4-AA01-0F9243EFCB55}" type="sibTrans" cxnId="{344B6183-0A38-4AE0-A042-3A760A15F2ED}">
      <dgm:prSet/>
      <dgm:spPr/>
      <dgm:t>
        <a:bodyPr/>
        <a:lstStyle/>
        <a:p>
          <a:endParaRPr lang="en-IN"/>
        </a:p>
      </dgm:t>
    </dgm:pt>
    <dgm:pt modelId="{6629F13B-03BD-4EBD-BA27-993A1E0E0B11}">
      <dgm:prSet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</a:rPr>
            <a:t>Data Cleaning and preprocessing</a:t>
          </a:r>
          <a:endParaRPr lang="en-IN" sz="2000" b="1" dirty="0">
            <a:solidFill>
              <a:schemeClr val="tx1"/>
            </a:solidFill>
          </a:endParaRPr>
        </a:p>
      </dgm:t>
    </dgm:pt>
    <dgm:pt modelId="{4B8C53FB-9DBE-416D-AD1F-7BC7C71FCE2D}" type="parTrans" cxnId="{6B384045-969B-43CC-B5F5-EBDB4FD3B221}">
      <dgm:prSet/>
      <dgm:spPr/>
      <dgm:t>
        <a:bodyPr/>
        <a:lstStyle/>
        <a:p>
          <a:endParaRPr lang="en-IN"/>
        </a:p>
      </dgm:t>
    </dgm:pt>
    <dgm:pt modelId="{21DF44F9-C28C-4B62-8201-E903D69B235D}" type="sibTrans" cxnId="{6B384045-969B-43CC-B5F5-EBDB4FD3B221}">
      <dgm:prSet/>
      <dgm:spPr/>
      <dgm:t>
        <a:bodyPr/>
        <a:lstStyle/>
        <a:p>
          <a:endParaRPr lang="en-IN"/>
        </a:p>
      </dgm:t>
    </dgm:pt>
    <dgm:pt modelId="{32FF717A-848D-45A6-BBBB-CF975C03AA22}">
      <dgm:prSet custT="1"/>
      <dgm:spPr/>
      <dgm:t>
        <a:bodyPr/>
        <a:lstStyle/>
        <a:p>
          <a:r>
            <a:rPr lang="en-US" sz="1600" dirty="0" smtClean="0"/>
            <a:t>Handle missing values and removed duplicate records by </a:t>
          </a:r>
          <a:r>
            <a:rPr lang="en-US" sz="1600" b="1" dirty="0" smtClean="0"/>
            <a:t>Pandas.</a:t>
          </a:r>
          <a:endParaRPr lang="en-IN" sz="1600" b="1" dirty="0"/>
        </a:p>
      </dgm:t>
    </dgm:pt>
    <dgm:pt modelId="{EA4AEB23-E865-4D68-873D-62134F98F22F}" type="parTrans" cxnId="{57CD07D3-050C-4463-B60F-85DEFD065B3B}">
      <dgm:prSet/>
      <dgm:spPr/>
      <dgm:t>
        <a:bodyPr/>
        <a:lstStyle/>
        <a:p>
          <a:endParaRPr lang="en-IN"/>
        </a:p>
      </dgm:t>
    </dgm:pt>
    <dgm:pt modelId="{BB9B9635-00DA-4B03-9E7E-A26A88362C1A}" type="sibTrans" cxnId="{57CD07D3-050C-4463-B60F-85DEFD065B3B}">
      <dgm:prSet/>
      <dgm:spPr/>
      <dgm:t>
        <a:bodyPr/>
        <a:lstStyle/>
        <a:p>
          <a:endParaRPr lang="en-IN"/>
        </a:p>
      </dgm:t>
    </dgm:pt>
    <dgm:pt modelId="{9C1AC0FD-F518-456C-B1CC-B00031AA4E46}">
      <dgm:prSet custT="1"/>
      <dgm:spPr/>
      <dgm:t>
        <a:bodyPr/>
        <a:lstStyle/>
        <a:p>
          <a:r>
            <a:rPr lang="en-US" sz="1600" dirty="0" smtClean="0"/>
            <a:t>Prepared the dataset for analysis by checking data types </a:t>
          </a:r>
          <a:endParaRPr lang="en-IN" sz="1600" dirty="0"/>
        </a:p>
      </dgm:t>
    </dgm:pt>
    <dgm:pt modelId="{E7901FB9-0FE9-4F8F-BA0F-C521A2AE9705}" type="parTrans" cxnId="{6963D0AD-DDD2-48BF-B299-2DE8873E61BC}">
      <dgm:prSet/>
      <dgm:spPr/>
      <dgm:t>
        <a:bodyPr/>
        <a:lstStyle/>
        <a:p>
          <a:endParaRPr lang="en-IN"/>
        </a:p>
      </dgm:t>
    </dgm:pt>
    <dgm:pt modelId="{42895AC3-8EB1-42A0-AD2C-F23AE6364AD7}" type="sibTrans" cxnId="{6963D0AD-DDD2-48BF-B299-2DE8873E61BC}">
      <dgm:prSet/>
      <dgm:spPr/>
      <dgm:t>
        <a:bodyPr/>
        <a:lstStyle/>
        <a:p>
          <a:endParaRPr lang="en-IN"/>
        </a:p>
      </dgm:t>
    </dgm:pt>
    <dgm:pt modelId="{581FAEDB-D76D-4412-B2F6-89A900BD20AC}">
      <dgm:prSet phldrT="[Text]" custT="1"/>
      <dgm:spPr/>
      <dgm:t>
        <a:bodyPr/>
        <a:lstStyle/>
        <a:p>
          <a:r>
            <a:rPr lang="en-US" sz="1600" dirty="0" smtClean="0"/>
            <a:t>Identified the need to analyze agriculture data</a:t>
          </a:r>
          <a:endParaRPr lang="en-IN" sz="1600" dirty="0"/>
        </a:p>
      </dgm:t>
    </dgm:pt>
    <dgm:pt modelId="{2DE76DF5-A53D-469C-9488-21682F44C52E}" type="parTrans" cxnId="{7CE44CC7-3C46-4968-8E8E-4629637F8872}">
      <dgm:prSet/>
      <dgm:spPr/>
      <dgm:t>
        <a:bodyPr/>
        <a:lstStyle/>
        <a:p>
          <a:endParaRPr lang="en-IN"/>
        </a:p>
      </dgm:t>
    </dgm:pt>
    <dgm:pt modelId="{98955560-C942-4087-8A8A-9A64803E949F}" type="sibTrans" cxnId="{7CE44CC7-3C46-4968-8E8E-4629637F8872}">
      <dgm:prSet/>
      <dgm:spPr/>
      <dgm:t>
        <a:bodyPr/>
        <a:lstStyle/>
        <a:p>
          <a:endParaRPr lang="en-IN"/>
        </a:p>
      </dgm:t>
    </dgm:pt>
    <dgm:pt modelId="{65A246CB-AC53-4531-BE06-9A8C0F9104AF}">
      <dgm:prSet phldrT="[Text]"/>
      <dgm:spPr/>
      <dgm:t>
        <a:bodyPr/>
        <a:lstStyle/>
        <a:p>
          <a:r>
            <a:rPr lang="en-US" smtClean="0"/>
            <a:t>Visualized the data to compare crop yield, rainfall and irrigation patterns</a:t>
          </a:r>
          <a:endParaRPr lang="en-IN" dirty="0"/>
        </a:p>
      </dgm:t>
    </dgm:pt>
    <dgm:pt modelId="{F22C3756-3844-4918-AE3C-86F115372A78}" type="sibTrans" cxnId="{07FBD3EB-2010-4C82-8164-D90935622419}">
      <dgm:prSet/>
      <dgm:spPr/>
      <dgm:t>
        <a:bodyPr/>
        <a:lstStyle/>
        <a:p>
          <a:endParaRPr lang="en-IN"/>
        </a:p>
      </dgm:t>
    </dgm:pt>
    <dgm:pt modelId="{66A42184-04B0-4291-8401-7A6CDA57CC0E}" type="parTrans" cxnId="{07FBD3EB-2010-4C82-8164-D90935622419}">
      <dgm:prSet/>
      <dgm:spPr/>
      <dgm:t>
        <a:bodyPr/>
        <a:lstStyle/>
        <a:p>
          <a:endParaRPr lang="en-IN"/>
        </a:p>
      </dgm:t>
    </dgm:pt>
    <dgm:pt modelId="{40E4E5BB-DC65-4BDB-9888-6CC9B5194613}">
      <dgm:prSet phldrT="[Text]"/>
      <dgm:spPr/>
      <dgm:t>
        <a:bodyPr/>
        <a:lstStyle/>
        <a:p>
          <a:r>
            <a:rPr lang="en-US" dirty="0" smtClean="0"/>
            <a:t>created a bar chart, pie chart ,histogram and scatter plots</a:t>
          </a:r>
          <a:endParaRPr lang="en-IN" dirty="0"/>
        </a:p>
      </dgm:t>
    </dgm:pt>
    <dgm:pt modelId="{B6D60FE1-D88D-45BC-A63A-7AD393A4C2C2}" type="sibTrans" cxnId="{33E09458-9692-4A8F-A124-2C1075D0ECBA}">
      <dgm:prSet/>
      <dgm:spPr/>
      <dgm:t>
        <a:bodyPr/>
        <a:lstStyle/>
        <a:p>
          <a:endParaRPr lang="en-IN"/>
        </a:p>
      </dgm:t>
    </dgm:pt>
    <dgm:pt modelId="{5AF6880E-C528-4769-A77D-9C103065C6BE}" type="parTrans" cxnId="{33E09458-9692-4A8F-A124-2C1075D0ECBA}">
      <dgm:prSet/>
      <dgm:spPr/>
      <dgm:t>
        <a:bodyPr/>
        <a:lstStyle/>
        <a:p>
          <a:endParaRPr lang="en-IN"/>
        </a:p>
      </dgm:t>
    </dgm:pt>
    <dgm:pt modelId="{87C88099-218C-4E6F-90CE-4387FFEB4D4A}" type="pres">
      <dgm:prSet presAssocID="{A1204715-6236-4209-9269-01453B10F76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5611C2C-437E-40D7-A06B-73A0003DDEBD}" type="pres">
      <dgm:prSet presAssocID="{07D85BB3-069D-4406-AB02-7FCE05D3EF2B}" presName="composite" presStyleCnt="0"/>
      <dgm:spPr/>
    </dgm:pt>
    <dgm:pt modelId="{C4E4261F-3969-4616-B65E-D84DA261D6EC}" type="pres">
      <dgm:prSet presAssocID="{07D85BB3-069D-4406-AB02-7FCE05D3EF2B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C82A36-7DF0-4A70-9FDD-53CDCFF62478}" type="pres">
      <dgm:prSet presAssocID="{07D85BB3-069D-4406-AB02-7FCE05D3EF2B}" presName="parSh" presStyleLbl="node1" presStyleIdx="0" presStyleCnt="4"/>
      <dgm:spPr/>
      <dgm:t>
        <a:bodyPr/>
        <a:lstStyle/>
        <a:p>
          <a:endParaRPr lang="en-IN"/>
        </a:p>
      </dgm:t>
    </dgm:pt>
    <dgm:pt modelId="{A942E660-8620-478B-836F-7F8F6C3BC7AB}" type="pres">
      <dgm:prSet presAssocID="{07D85BB3-069D-4406-AB02-7FCE05D3EF2B}" presName="desTx" presStyleLbl="fgAcc1" presStyleIdx="0" presStyleCnt="4" custScaleY="46956" custLinFactNeighborX="8908" custLinFactNeighborY="-2398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0D4C10B-8E18-48D2-8AD9-416EE9D8E6A8}" type="pres">
      <dgm:prSet presAssocID="{5A7C3DA5-0AA6-426D-A6D8-02C659E3DDD9}" presName="sibTrans" presStyleLbl="sibTrans2D1" presStyleIdx="0" presStyleCnt="3" custLinFactNeighborX="-20955" custLinFactNeighborY="2081"/>
      <dgm:spPr/>
      <dgm:t>
        <a:bodyPr/>
        <a:lstStyle/>
        <a:p>
          <a:endParaRPr lang="en-IN"/>
        </a:p>
      </dgm:t>
    </dgm:pt>
    <dgm:pt modelId="{69D1F162-424F-4D2E-9F82-216720ABCD9E}" type="pres">
      <dgm:prSet presAssocID="{5A7C3DA5-0AA6-426D-A6D8-02C659E3DDD9}" presName="connTx" presStyleLbl="sibTrans2D1" presStyleIdx="0" presStyleCnt="3"/>
      <dgm:spPr/>
      <dgm:t>
        <a:bodyPr/>
        <a:lstStyle/>
        <a:p>
          <a:endParaRPr lang="en-IN"/>
        </a:p>
      </dgm:t>
    </dgm:pt>
    <dgm:pt modelId="{F9C2922C-4EFE-4A6C-867F-CDA15CE532C4}" type="pres">
      <dgm:prSet presAssocID="{9450043B-F18E-4B9B-B204-8B6E80B42354}" presName="composite" presStyleCnt="0"/>
      <dgm:spPr/>
    </dgm:pt>
    <dgm:pt modelId="{A683F3CC-4102-4FE5-A22F-3EC2741A83AD}" type="pres">
      <dgm:prSet presAssocID="{9450043B-F18E-4B9B-B204-8B6E80B42354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9D55DD4-0615-4F11-9425-5FA17F84BA2C}" type="pres">
      <dgm:prSet presAssocID="{9450043B-F18E-4B9B-B204-8B6E80B42354}" presName="parSh" presStyleLbl="node1" presStyleIdx="1" presStyleCnt="4" custLinFactNeighborX="-8288" custLinFactNeighborY="-7924"/>
      <dgm:spPr/>
      <dgm:t>
        <a:bodyPr/>
        <a:lstStyle/>
        <a:p>
          <a:endParaRPr lang="en-IN"/>
        </a:p>
      </dgm:t>
    </dgm:pt>
    <dgm:pt modelId="{123EC26E-E286-4DBF-BE94-AE0B064C4199}" type="pres">
      <dgm:prSet presAssocID="{9450043B-F18E-4B9B-B204-8B6E80B42354}" presName="desTx" presStyleLbl="fgAcc1" presStyleIdx="1" presStyleCnt="4" custScaleY="48951" custLinFactNeighborX="-266" custLinFactNeighborY="-2605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D710792-F2BC-424A-A8C3-8D8A35933CCE}" type="pres">
      <dgm:prSet presAssocID="{53D456C6-4A82-46EF-8662-C953D9597D51}" presName="sibTrans" presStyleLbl="sibTrans2D1" presStyleIdx="1" presStyleCnt="3" custAng="0" custScaleX="89639" custScaleY="107734" custLinFactNeighborX="1438"/>
      <dgm:spPr/>
      <dgm:t>
        <a:bodyPr/>
        <a:lstStyle/>
        <a:p>
          <a:endParaRPr lang="en-IN"/>
        </a:p>
      </dgm:t>
    </dgm:pt>
    <dgm:pt modelId="{FCC7EEFA-F302-4C8B-A2CA-80043C05ABB7}" type="pres">
      <dgm:prSet presAssocID="{53D456C6-4A82-46EF-8662-C953D9597D51}" presName="connTx" presStyleLbl="sibTrans2D1" presStyleIdx="1" presStyleCnt="3"/>
      <dgm:spPr/>
      <dgm:t>
        <a:bodyPr/>
        <a:lstStyle/>
        <a:p>
          <a:endParaRPr lang="en-IN"/>
        </a:p>
      </dgm:t>
    </dgm:pt>
    <dgm:pt modelId="{E049633E-9CF6-4809-B086-CEC66BB736BA}" type="pres">
      <dgm:prSet presAssocID="{6629F13B-03BD-4EBD-BA27-993A1E0E0B11}" presName="composite" presStyleCnt="0"/>
      <dgm:spPr/>
    </dgm:pt>
    <dgm:pt modelId="{0B7E5CB0-C2E5-4811-995E-E5AFD7784E2C}" type="pres">
      <dgm:prSet presAssocID="{6629F13B-03BD-4EBD-BA27-993A1E0E0B11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45E473B-04C5-4F84-96B0-93B5EA961B78}" type="pres">
      <dgm:prSet presAssocID="{6629F13B-03BD-4EBD-BA27-993A1E0E0B11}" presName="parSh" presStyleLbl="node1" presStyleIdx="2" presStyleCnt="4" custLinFactNeighborX="-11398" custLinFactNeighborY="-207"/>
      <dgm:spPr/>
      <dgm:t>
        <a:bodyPr/>
        <a:lstStyle/>
        <a:p>
          <a:endParaRPr lang="en-IN"/>
        </a:p>
      </dgm:t>
    </dgm:pt>
    <dgm:pt modelId="{C048EF77-8FB3-49C0-A805-76558F49B895}" type="pres">
      <dgm:prSet presAssocID="{6629F13B-03BD-4EBD-BA27-993A1E0E0B11}" presName="desTx" presStyleLbl="fgAcc1" presStyleIdx="2" presStyleCnt="4" custScaleY="65092" custLinFactNeighborX="8668" custLinFactNeighborY="-1285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C6EE118-0515-467D-BC32-3198D2DB7C41}" type="pres">
      <dgm:prSet presAssocID="{21DF44F9-C28C-4B62-8201-E903D69B235D}" presName="sibTrans" presStyleLbl="sibTrans2D1" presStyleIdx="2" presStyleCnt="3"/>
      <dgm:spPr/>
      <dgm:t>
        <a:bodyPr/>
        <a:lstStyle/>
        <a:p>
          <a:endParaRPr lang="en-IN"/>
        </a:p>
      </dgm:t>
    </dgm:pt>
    <dgm:pt modelId="{F2C21744-4D84-42A3-905C-39EAABBB1A12}" type="pres">
      <dgm:prSet presAssocID="{21DF44F9-C28C-4B62-8201-E903D69B235D}" presName="connTx" presStyleLbl="sibTrans2D1" presStyleIdx="2" presStyleCnt="3"/>
      <dgm:spPr/>
      <dgm:t>
        <a:bodyPr/>
        <a:lstStyle/>
        <a:p>
          <a:endParaRPr lang="en-IN"/>
        </a:p>
      </dgm:t>
    </dgm:pt>
    <dgm:pt modelId="{3D1ABD0C-5D56-4419-8077-DDFF839EA53E}" type="pres">
      <dgm:prSet presAssocID="{A757D12E-0885-4F2F-86CF-02F9F1DC8D60}" presName="composite" presStyleCnt="0"/>
      <dgm:spPr/>
    </dgm:pt>
    <dgm:pt modelId="{A197D74E-3221-4670-BF03-F49F1A19107A}" type="pres">
      <dgm:prSet presAssocID="{A757D12E-0885-4F2F-86CF-02F9F1DC8D60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DCA2684-2F6D-4001-87EB-DB05DC3AE9C4}" type="pres">
      <dgm:prSet presAssocID="{A757D12E-0885-4F2F-86CF-02F9F1DC8D60}" presName="parSh" presStyleLbl="node1" presStyleIdx="3" presStyleCnt="4" custLinFactNeighborX="-11399" custLinFactNeighborY="22891"/>
      <dgm:spPr/>
      <dgm:t>
        <a:bodyPr/>
        <a:lstStyle/>
        <a:p>
          <a:endParaRPr lang="en-IN"/>
        </a:p>
      </dgm:t>
    </dgm:pt>
    <dgm:pt modelId="{83947252-425B-45DF-9221-EA96512A72E6}" type="pres">
      <dgm:prSet presAssocID="{A757D12E-0885-4F2F-86CF-02F9F1DC8D60}" presName="desTx" presStyleLbl="fgAcc1" presStyleIdx="3" presStyleCnt="4" custScaleY="99253" custLinFactNeighborX="-1476" custLinFactNeighborY="616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8097D122-5E9B-41D1-BA16-3C8F110887A3}" type="presOf" srcId="{A1204715-6236-4209-9269-01453B10F762}" destId="{87C88099-218C-4E6F-90CE-4387FFEB4D4A}" srcOrd="0" destOrd="0" presId="urn:microsoft.com/office/officeart/2005/8/layout/process3"/>
    <dgm:cxn modelId="{33E09458-9692-4A8F-A124-2C1075D0ECBA}" srcId="{A757D12E-0885-4F2F-86CF-02F9F1DC8D60}" destId="{40E4E5BB-DC65-4BDB-9888-6CC9B5194613}" srcOrd="1" destOrd="0" parTransId="{5AF6880E-C528-4769-A77D-9C103065C6BE}" sibTransId="{B6D60FE1-D88D-45BC-A63A-7AD393A4C2C2}"/>
    <dgm:cxn modelId="{DE88C6D5-D3D2-4112-8FD1-D851C4ABF571}" type="presOf" srcId="{9450043B-F18E-4B9B-B204-8B6E80B42354}" destId="{99D55DD4-0615-4F11-9425-5FA17F84BA2C}" srcOrd="1" destOrd="0" presId="urn:microsoft.com/office/officeart/2005/8/layout/process3"/>
    <dgm:cxn modelId="{40DC0449-6317-4F26-A08F-8129D70875C4}" srcId="{9450043B-F18E-4B9B-B204-8B6E80B42354}" destId="{69645ED5-FC01-4D7A-9083-3BC63F413280}" srcOrd="0" destOrd="0" parTransId="{6DECB43F-2C13-4256-8BFF-2FC83C166648}" sibTransId="{16CBAF6B-D554-46C8-B965-4E492BD470C3}"/>
    <dgm:cxn modelId="{D144E0C4-DCDF-4495-8B4A-9F64E0040E69}" type="presOf" srcId="{6629F13B-03BD-4EBD-BA27-993A1E0E0B11}" destId="{0B7E5CB0-C2E5-4811-995E-E5AFD7784E2C}" srcOrd="0" destOrd="0" presId="urn:microsoft.com/office/officeart/2005/8/layout/process3"/>
    <dgm:cxn modelId="{90D8AA5D-7BB1-4C2A-87DE-0A970C1D3314}" type="presOf" srcId="{9450043B-F18E-4B9B-B204-8B6E80B42354}" destId="{A683F3CC-4102-4FE5-A22F-3EC2741A83AD}" srcOrd="0" destOrd="0" presId="urn:microsoft.com/office/officeart/2005/8/layout/process3"/>
    <dgm:cxn modelId="{1C6A828B-6AE4-4FBA-BA1B-B39CB106A422}" type="presOf" srcId="{581FAEDB-D76D-4412-B2F6-89A900BD20AC}" destId="{A942E660-8620-478B-836F-7F8F6C3BC7AB}" srcOrd="0" destOrd="1" presId="urn:microsoft.com/office/officeart/2005/8/layout/process3"/>
    <dgm:cxn modelId="{AF0D53A6-4C88-4F9F-AFAC-A975209BC7A9}" type="presOf" srcId="{A757D12E-0885-4F2F-86CF-02F9F1DC8D60}" destId="{CDCA2684-2F6D-4001-87EB-DB05DC3AE9C4}" srcOrd="1" destOrd="0" presId="urn:microsoft.com/office/officeart/2005/8/layout/process3"/>
    <dgm:cxn modelId="{AB16BB12-1A83-4D02-A6C7-995EF759745D}" type="presOf" srcId="{7621C1C6-4E59-40CB-B5E6-7A4D0803DF7D}" destId="{123EC26E-E286-4DBF-BE94-AE0B064C4199}" srcOrd="0" destOrd="2" presId="urn:microsoft.com/office/officeart/2005/8/layout/process3"/>
    <dgm:cxn modelId="{5A03EEEF-0122-41BF-B3B0-591D5127B459}" type="presOf" srcId="{A757D12E-0885-4F2F-86CF-02F9F1DC8D60}" destId="{A197D74E-3221-4670-BF03-F49F1A19107A}" srcOrd="0" destOrd="0" presId="urn:microsoft.com/office/officeart/2005/8/layout/process3"/>
    <dgm:cxn modelId="{9A7CB25D-0D22-4218-9D60-7CFEF9E90D6D}" type="presOf" srcId="{54CBE77E-F04A-4178-830C-AA2072F9FD15}" destId="{123EC26E-E286-4DBF-BE94-AE0B064C4199}" srcOrd="0" destOrd="1" presId="urn:microsoft.com/office/officeart/2005/8/layout/process3"/>
    <dgm:cxn modelId="{E69DD5C0-46EF-4D91-9095-FB73681EC58A}" srcId="{07D85BB3-069D-4406-AB02-7FCE05D3EF2B}" destId="{B8E3C098-FA10-4E4E-B574-91A4643E79AF}" srcOrd="0" destOrd="0" parTransId="{B3E31D58-4F78-4668-9C68-9219FE5754D9}" sibTransId="{05C9DDBC-4EC8-40EF-B65A-381FD92BAC2F}"/>
    <dgm:cxn modelId="{344B6183-0A38-4AE0-A042-3A760A15F2ED}" srcId="{9450043B-F18E-4B9B-B204-8B6E80B42354}" destId="{7621C1C6-4E59-40CB-B5E6-7A4D0803DF7D}" srcOrd="2" destOrd="0" parTransId="{6B962D1A-B34D-4EE5-9769-B57AB51340AE}" sibTransId="{295E07F2-C34C-41A4-AA01-0F9243EFCB55}"/>
    <dgm:cxn modelId="{450FE9DE-C491-4CF6-9FB1-7141ED1505A3}" type="presOf" srcId="{5A7C3DA5-0AA6-426D-A6D8-02C659E3DDD9}" destId="{E0D4C10B-8E18-48D2-8AD9-416EE9D8E6A8}" srcOrd="0" destOrd="0" presId="urn:microsoft.com/office/officeart/2005/8/layout/process3"/>
    <dgm:cxn modelId="{6963D0AD-DDD2-48BF-B299-2DE8873E61BC}" srcId="{6629F13B-03BD-4EBD-BA27-993A1E0E0B11}" destId="{9C1AC0FD-F518-456C-B1CC-B00031AA4E46}" srcOrd="1" destOrd="0" parTransId="{E7901FB9-0FE9-4F8F-BA0F-C521A2AE9705}" sibTransId="{42895AC3-8EB1-42A0-AD2C-F23AE6364AD7}"/>
    <dgm:cxn modelId="{1FFB1E5B-C7B9-4D4A-BBE4-19029E2FFCA4}" srcId="{A1204715-6236-4209-9269-01453B10F762}" destId="{9450043B-F18E-4B9B-B204-8B6E80B42354}" srcOrd="1" destOrd="0" parTransId="{EC1EC366-A783-4994-B2C2-08433324119F}" sibTransId="{53D456C6-4A82-46EF-8662-C953D9597D51}"/>
    <dgm:cxn modelId="{07FBD3EB-2010-4C82-8164-D90935622419}" srcId="{A757D12E-0885-4F2F-86CF-02F9F1DC8D60}" destId="{65A246CB-AC53-4531-BE06-9A8C0F9104AF}" srcOrd="0" destOrd="0" parTransId="{66A42184-04B0-4291-8401-7A6CDA57CC0E}" sibTransId="{F22C3756-3844-4918-AE3C-86F115372A78}"/>
    <dgm:cxn modelId="{30CDD0B9-0A93-429D-91AA-333BA01A97F3}" type="presOf" srcId="{B8E3C098-FA10-4E4E-B574-91A4643E79AF}" destId="{A942E660-8620-478B-836F-7F8F6C3BC7AB}" srcOrd="0" destOrd="0" presId="urn:microsoft.com/office/officeart/2005/8/layout/process3"/>
    <dgm:cxn modelId="{6B384045-969B-43CC-B5F5-EBDB4FD3B221}" srcId="{A1204715-6236-4209-9269-01453B10F762}" destId="{6629F13B-03BD-4EBD-BA27-993A1E0E0B11}" srcOrd="2" destOrd="0" parTransId="{4B8C53FB-9DBE-416D-AD1F-7BC7C71FCE2D}" sibTransId="{21DF44F9-C28C-4B62-8201-E903D69B235D}"/>
    <dgm:cxn modelId="{FB7E3FD5-4033-4C60-BE3F-BB0B0D4B350B}" type="presOf" srcId="{65A246CB-AC53-4531-BE06-9A8C0F9104AF}" destId="{83947252-425B-45DF-9221-EA96512A72E6}" srcOrd="0" destOrd="0" presId="urn:microsoft.com/office/officeart/2005/8/layout/process3"/>
    <dgm:cxn modelId="{5706A8F6-DC17-404C-9BBE-8C538E4431F6}" srcId="{9450043B-F18E-4B9B-B204-8B6E80B42354}" destId="{54CBE77E-F04A-4178-830C-AA2072F9FD15}" srcOrd="1" destOrd="0" parTransId="{764945B5-77EA-45A5-98DB-CFB3924FA7A6}" sibTransId="{70885612-712F-47C0-8C9F-1853B0242C17}"/>
    <dgm:cxn modelId="{8626386E-2E35-478E-A744-95250EF0DEB4}" type="presOf" srcId="{07D85BB3-069D-4406-AB02-7FCE05D3EF2B}" destId="{C4E4261F-3969-4616-B65E-D84DA261D6EC}" srcOrd="0" destOrd="0" presId="urn:microsoft.com/office/officeart/2005/8/layout/process3"/>
    <dgm:cxn modelId="{A222166A-1080-4763-9DB9-06EB76FFD096}" type="presOf" srcId="{69645ED5-FC01-4D7A-9083-3BC63F413280}" destId="{123EC26E-E286-4DBF-BE94-AE0B064C4199}" srcOrd="0" destOrd="0" presId="urn:microsoft.com/office/officeart/2005/8/layout/process3"/>
    <dgm:cxn modelId="{02B8C3DF-D2F0-4D44-98C2-049F32925B12}" type="presOf" srcId="{40E4E5BB-DC65-4BDB-9888-6CC9B5194613}" destId="{83947252-425B-45DF-9221-EA96512A72E6}" srcOrd="0" destOrd="1" presId="urn:microsoft.com/office/officeart/2005/8/layout/process3"/>
    <dgm:cxn modelId="{5183A7C8-D2A2-41E0-AA47-82993CC045F9}" type="presOf" srcId="{53D456C6-4A82-46EF-8662-C953D9597D51}" destId="{AD710792-F2BC-424A-A8C3-8D8A35933CCE}" srcOrd="0" destOrd="0" presId="urn:microsoft.com/office/officeart/2005/8/layout/process3"/>
    <dgm:cxn modelId="{2B040799-2147-4D49-8611-3D62291BC698}" type="presOf" srcId="{07D85BB3-069D-4406-AB02-7FCE05D3EF2B}" destId="{3DC82A36-7DF0-4A70-9FDD-53CDCFF62478}" srcOrd="1" destOrd="0" presId="urn:microsoft.com/office/officeart/2005/8/layout/process3"/>
    <dgm:cxn modelId="{7CE44CC7-3C46-4968-8E8E-4629637F8872}" srcId="{07D85BB3-069D-4406-AB02-7FCE05D3EF2B}" destId="{581FAEDB-D76D-4412-B2F6-89A900BD20AC}" srcOrd="1" destOrd="0" parTransId="{2DE76DF5-A53D-469C-9488-21682F44C52E}" sibTransId="{98955560-C942-4087-8A8A-9A64803E949F}"/>
    <dgm:cxn modelId="{C1D59CBC-01CE-4D2F-A6BA-A602378A15FC}" type="presOf" srcId="{53D456C6-4A82-46EF-8662-C953D9597D51}" destId="{FCC7EEFA-F302-4C8B-A2CA-80043C05ABB7}" srcOrd="1" destOrd="0" presId="urn:microsoft.com/office/officeart/2005/8/layout/process3"/>
    <dgm:cxn modelId="{78C93F4F-09DD-427E-86A4-2C30CB305AF7}" type="presOf" srcId="{21DF44F9-C28C-4B62-8201-E903D69B235D}" destId="{0C6EE118-0515-467D-BC32-3198D2DB7C41}" srcOrd="0" destOrd="0" presId="urn:microsoft.com/office/officeart/2005/8/layout/process3"/>
    <dgm:cxn modelId="{FA296B4A-14AE-42FE-A499-A69D41F1AF01}" srcId="{A1204715-6236-4209-9269-01453B10F762}" destId="{A757D12E-0885-4F2F-86CF-02F9F1DC8D60}" srcOrd="3" destOrd="0" parTransId="{09AD230F-A1F0-48AB-9D27-E84BA722C113}" sibTransId="{A37A05BF-0C4B-41C6-831F-A16737526535}"/>
    <dgm:cxn modelId="{1E3217A0-FFD6-44C1-A1C3-3167FFDD78B8}" type="presOf" srcId="{6629F13B-03BD-4EBD-BA27-993A1E0E0B11}" destId="{C45E473B-04C5-4F84-96B0-93B5EA961B78}" srcOrd="1" destOrd="0" presId="urn:microsoft.com/office/officeart/2005/8/layout/process3"/>
    <dgm:cxn modelId="{6BC25B55-9959-4236-9494-B8A439BB84FB}" type="presOf" srcId="{9C1AC0FD-F518-456C-B1CC-B00031AA4E46}" destId="{C048EF77-8FB3-49C0-A805-76558F49B895}" srcOrd="0" destOrd="1" presId="urn:microsoft.com/office/officeart/2005/8/layout/process3"/>
    <dgm:cxn modelId="{5094DA5C-FA15-41E9-9DD9-D722C0C1E56F}" type="presOf" srcId="{5A7C3DA5-0AA6-426D-A6D8-02C659E3DDD9}" destId="{69D1F162-424F-4D2E-9F82-216720ABCD9E}" srcOrd="1" destOrd="0" presId="urn:microsoft.com/office/officeart/2005/8/layout/process3"/>
    <dgm:cxn modelId="{E1482A2E-C97F-497C-A178-BB66B8D2B274}" srcId="{A1204715-6236-4209-9269-01453B10F762}" destId="{07D85BB3-069D-4406-AB02-7FCE05D3EF2B}" srcOrd="0" destOrd="0" parTransId="{325573C8-3EFB-45B4-A41B-828B55D29569}" sibTransId="{5A7C3DA5-0AA6-426D-A6D8-02C659E3DDD9}"/>
    <dgm:cxn modelId="{57CD07D3-050C-4463-B60F-85DEFD065B3B}" srcId="{6629F13B-03BD-4EBD-BA27-993A1E0E0B11}" destId="{32FF717A-848D-45A6-BBBB-CF975C03AA22}" srcOrd="0" destOrd="0" parTransId="{EA4AEB23-E865-4D68-873D-62134F98F22F}" sibTransId="{BB9B9635-00DA-4B03-9E7E-A26A88362C1A}"/>
    <dgm:cxn modelId="{754342B6-D751-42BA-A876-1FB7F8DF2CFE}" type="presOf" srcId="{32FF717A-848D-45A6-BBBB-CF975C03AA22}" destId="{C048EF77-8FB3-49C0-A805-76558F49B895}" srcOrd="0" destOrd="0" presId="urn:microsoft.com/office/officeart/2005/8/layout/process3"/>
    <dgm:cxn modelId="{46EF5F51-859B-4470-95DF-9ECC1CC20488}" type="presOf" srcId="{21DF44F9-C28C-4B62-8201-E903D69B235D}" destId="{F2C21744-4D84-42A3-905C-39EAABBB1A12}" srcOrd="1" destOrd="0" presId="urn:microsoft.com/office/officeart/2005/8/layout/process3"/>
    <dgm:cxn modelId="{C8E6CBA4-529B-4DF0-BA70-93DBAB5E2235}" type="presParOf" srcId="{87C88099-218C-4E6F-90CE-4387FFEB4D4A}" destId="{15611C2C-437E-40D7-A06B-73A0003DDEBD}" srcOrd="0" destOrd="0" presId="urn:microsoft.com/office/officeart/2005/8/layout/process3"/>
    <dgm:cxn modelId="{E1B94621-65EE-40CC-9F64-F79BF20DDF32}" type="presParOf" srcId="{15611C2C-437E-40D7-A06B-73A0003DDEBD}" destId="{C4E4261F-3969-4616-B65E-D84DA261D6EC}" srcOrd="0" destOrd="0" presId="urn:microsoft.com/office/officeart/2005/8/layout/process3"/>
    <dgm:cxn modelId="{BAE0A4C5-EB3B-4E1F-9796-F47168B7C46C}" type="presParOf" srcId="{15611C2C-437E-40D7-A06B-73A0003DDEBD}" destId="{3DC82A36-7DF0-4A70-9FDD-53CDCFF62478}" srcOrd="1" destOrd="0" presId="urn:microsoft.com/office/officeart/2005/8/layout/process3"/>
    <dgm:cxn modelId="{25D970D9-F7EF-4857-BE83-B296006EE836}" type="presParOf" srcId="{15611C2C-437E-40D7-A06B-73A0003DDEBD}" destId="{A942E660-8620-478B-836F-7F8F6C3BC7AB}" srcOrd="2" destOrd="0" presId="urn:microsoft.com/office/officeart/2005/8/layout/process3"/>
    <dgm:cxn modelId="{D8E93E17-9195-48DA-AB5B-B83EC50DED6B}" type="presParOf" srcId="{87C88099-218C-4E6F-90CE-4387FFEB4D4A}" destId="{E0D4C10B-8E18-48D2-8AD9-416EE9D8E6A8}" srcOrd="1" destOrd="0" presId="urn:microsoft.com/office/officeart/2005/8/layout/process3"/>
    <dgm:cxn modelId="{378D03D9-0AC9-414F-99EB-9F735B7E211E}" type="presParOf" srcId="{E0D4C10B-8E18-48D2-8AD9-416EE9D8E6A8}" destId="{69D1F162-424F-4D2E-9F82-216720ABCD9E}" srcOrd="0" destOrd="0" presId="urn:microsoft.com/office/officeart/2005/8/layout/process3"/>
    <dgm:cxn modelId="{9BE953F4-9FD9-4F73-9B69-1D77E02E3C73}" type="presParOf" srcId="{87C88099-218C-4E6F-90CE-4387FFEB4D4A}" destId="{F9C2922C-4EFE-4A6C-867F-CDA15CE532C4}" srcOrd="2" destOrd="0" presId="urn:microsoft.com/office/officeart/2005/8/layout/process3"/>
    <dgm:cxn modelId="{73EC9EF2-A296-4242-8262-2ECEA0C2E48E}" type="presParOf" srcId="{F9C2922C-4EFE-4A6C-867F-CDA15CE532C4}" destId="{A683F3CC-4102-4FE5-A22F-3EC2741A83AD}" srcOrd="0" destOrd="0" presId="urn:microsoft.com/office/officeart/2005/8/layout/process3"/>
    <dgm:cxn modelId="{55D99002-4A98-4C07-9EAD-6F41FFCBC0E8}" type="presParOf" srcId="{F9C2922C-4EFE-4A6C-867F-CDA15CE532C4}" destId="{99D55DD4-0615-4F11-9425-5FA17F84BA2C}" srcOrd="1" destOrd="0" presId="urn:microsoft.com/office/officeart/2005/8/layout/process3"/>
    <dgm:cxn modelId="{620877FD-0492-43D7-B7A7-2874E080DDDE}" type="presParOf" srcId="{F9C2922C-4EFE-4A6C-867F-CDA15CE532C4}" destId="{123EC26E-E286-4DBF-BE94-AE0B064C4199}" srcOrd="2" destOrd="0" presId="urn:microsoft.com/office/officeart/2005/8/layout/process3"/>
    <dgm:cxn modelId="{9A9796A2-76AD-4905-B635-C16E9BB09EFB}" type="presParOf" srcId="{87C88099-218C-4E6F-90CE-4387FFEB4D4A}" destId="{AD710792-F2BC-424A-A8C3-8D8A35933CCE}" srcOrd="3" destOrd="0" presId="urn:microsoft.com/office/officeart/2005/8/layout/process3"/>
    <dgm:cxn modelId="{B38DDAC6-6DE5-435F-8A2D-79F9C241A2D8}" type="presParOf" srcId="{AD710792-F2BC-424A-A8C3-8D8A35933CCE}" destId="{FCC7EEFA-F302-4C8B-A2CA-80043C05ABB7}" srcOrd="0" destOrd="0" presId="urn:microsoft.com/office/officeart/2005/8/layout/process3"/>
    <dgm:cxn modelId="{EC89BC00-E36A-4316-B5AA-8A430E10A9C4}" type="presParOf" srcId="{87C88099-218C-4E6F-90CE-4387FFEB4D4A}" destId="{E049633E-9CF6-4809-B086-CEC66BB736BA}" srcOrd="4" destOrd="0" presId="urn:microsoft.com/office/officeart/2005/8/layout/process3"/>
    <dgm:cxn modelId="{31CA1606-48AB-4C3D-BACF-192DD3E8423C}" type="presParOf" srcId="{E049633E-9CF6-4809-B086-CEC66BB736BA}" destId="{0B7E5CB0-C2E5-4811-995E-E5AFD7784E2C}" srcOrd="0" destOrd="0" presId="urn:microsoft.com/office/officeart/2005/8/layout/process3"/>
    <dgm:cxn modelId="{BC2A14E6-C938-4A3D-AFC1-5FD66C4E44BD}" type="presParOf" srcId="{E049633E-9CF6-4809-B086-CEC66BB736BA}" destId="{C45E473B-04C5-4F84-96B0-93B5EA961B78}" srcOrd="1" destOrd="0" presId="urn:microsoft.com/office/officeart/2005/8/layout/process3"/>
    <dgm:cxn modelId="{DA20DA71-D363-4696-A4CC-FDD39585BDCD}" type="presParOf" srcId="{E049633E-9CF6-4809-B086-CEC66BB736BA}" destId="{C048EF77-8FB3-49C0-A805-76558F49B895}" srcOrd="2" destOrd="0" presId="urn:microsoft.com/office/officeart/2005/8/layout/process3"/>
    <dgm:cxn modelId="{FEDD7329-78C5-4DB7-B37E-872249141EA4}" type="presParOf" srcId="{87C88099-218C-4E6F-90CE-4387FFEB4D4A}" destId="{0C6EE118-0515-467D-BC32-3198D2DB7C41}" srcOrd="5" destOrd="0" presId="urn:microsoft.com/office/officeart/2005/8/layout/process3"/>
    <dgm:cxn modelId="{5275989A-8221-4298-953C-25794FA26230}" type="presParOf" srcId="{0C6EE118-0515-467D-BC32-3198D2DB7C41}" destId="{F2C21744-4D84-42A3-905C-39EAABBB1A12}" srcOrd="0" destOrd="0" presId="urn:microsoft.com/office/officeart/2005/8/layout/process3"/>
    <dgm:cxn modelId="{0A7D5903-277F-4627-9C77-4F29E094C7C5}" type="presParOf" srcId="{87C88099-218C-4E6F-90CE-4387FFEB4D4A}" destId="{3D1ABD0C-5D56-4419-8077-DDFF839EA53E}" srcOrd="6" destOrd="0" presId="urn:microsoft.com/office/officeart/2005/8/layout/process3"/>
    <dgm:cxn modelId="{45374DE8-C98B-49EF-AFB2-FED8EF47638C}" type="presParOf" srcId="{3D1ABD0C-5D56-4419-8077-DDFF839EA53E}" destId="{A197D74E-3221-4670-BF03-F49F1A19107A}" srcOrd="0" destOrd="0" presId="urn:microsoft.com/office/officeart/2005/8/layout/process3"/>
    <dgm:cxn modelId="{926A3740-5F35-410E-92AF-05E92395DC50}" type="presParOf" srcId="{3D1ABD0C-5D56-4419-8077-DDFF839EA53E}" destId="{CDCA2684-2F6D-4001-87EB-DB05DC3AE9C4}" srcOrd="1" destOrd="0" presId="urn:microsoft.com/office/officeart/2005/8/layout/process3"/>
    <dgm:cxn modelId="{61B352B0-1743-44AD-BBE6-237BA357DC55}" type="presParOf" srcId="{3D1ABD0C-5D56-4419-8077-DDFF839EA53E}" destId="{83947252-425B-45DF-9221-EA96512A72E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18CC0-67BB-48AE-88A1-B06DCD00404E}">
      <dsp:nvSpPr>
        <dsp:cNvPr id="0" name=""/>
        <dsp:cNvSpPr/>
      </dsp:nvSpPr>
      <dsp:spPr>
        <a:xfrm>
          <a:off x="0" y="70677"/>
          <a:ext cx="7354454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8C17FAF-EF4D-40BE-82DA-CB1DA3FE6BCA}">
      <dsp:nvSpPr>
        <dsp:cNvPr id="0" name=""/>
        <dsp:cNvSpPr/>
      </dsp:nvSpPr>
      <dsp:spPr>
        <a:xfrm>
          <a:off x="367722" y="8552"/>
          <a:ext cx="5148117" cy="62524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4587" tIns="0" rIns="194587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</a:rPr>
            <a:t>To analyze agricultural data effectively</a:t>
          </a:r>
          <a:endParaRPr lang="en-IN" sz="2000" b="1" kern="1200" dirty="0">
            <a:solidFill>
              <a:schemeClr val="tx1"/>
            </a:solidFill>
          </a:endParaRPr>
        </a:p>
      </dsp:txBody>
      <dsp:txXfrm>
        <a:off x="398244" y="39074"/>
        <a:ext cx="5087073" cy="564202"/>
      </dsp:txXfrm>
    </dsp:sp>
    <dsp:sp modelId="{9380DBD9-88CB-404B-9FAC-78194C2B66C0}">
      <dsp:nvSpPr>
        <dsp:cNvPr id="0" name=""/>
        <dsp:cNvSpPr/>
      </dsp:nvSpPr>
      <dsp:spPr>
        <a:xfrm>
          <a:off x="0" y="1245310"/>
          <a:ext cx="7354454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690F87E-860D-453D-9064-BF7A25C0C111}">
      <dsp:nvSpPr>
        <dsp:cNvPr id="0" name=""/>
        <dsp:cNvSpPr/>
      </dsp:nvSpPr>
      <dsp:spPr>
        <a:xfrm>
          <a:off x="367722" y="1093159"/>
          <a:ext cx="5148117" cy="58019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4587" tIns="0" rIns="194587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</a:rPr>
            <a:t>To study </a:t>
          </a:r>
          <a:r>
            <a:rPr lang="en-US" sz="2000" b="1" kern="1200" dirty="0" err="1" smtClean="0">
              <a:solidFill>
                <a:schemeClr val="tx1"/>
              </a:solidFill>
            </a:rPr>
            <a:t>soil,weather</a:t>
          </a:r>
          <a:r>
            <a:rPr lang="en-US" sz="2000" b="1" kern="1200" dirty="0" smtClean="0">
              <a:solidFill>
                <a:schemeClr val="tx1"/>
              </a:solidFill>
            </a:rPr>
            <a:t> and irrigation patterns</a:t>
          </a:r>
          <a:endParaRPr lang="en-IN" sz="2000" b="1" kern="1200" dirty="0">
            <a:solidFill>
              <a:schemeClr val="tx1"/>
            </a:solidFill>
          </a:endParaRPr>
        </a:p>
      </dsp:txBody>
      <dsp:txXfrm>
        <a:off x="396045" y="1121482"/>
        <a:ext cx="5091471" cy="523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18CC0-67BB-48AE-88A1-B06DCD00404E}">
      <dsp:nvSpPr>
        <dsp:cNvPr id="0" name=""/>
        <dsp:cNvSpPr/>
      </dsp:nvSpPr>
      <dsp:spPr>
        <a:xfrm>
          <a:off x="0" y="173190"/>
          <a:ext cx="7354454" cy="604800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8C17FAF-EF4D-40BE-82DA-CB1DA3FE6BCA}">
      <dsp:nvSpPr>
        <dsp:cNvPr id="0" name=""/>
        <dsp:cNvSpPr/>
      </dsp:nvSpPr>
      <dsp:spPr>
        <a:xfrm>
          <a:off x="367722" y="19220"/>
          <a:ext cx="5148117" cy="5174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4587" tIns="0" rIns="194587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</a:rPr>
            <a:t>To identify factors affecting crop yield</a:t>
          </a:r>
          <a:endParaRPr lang="en-IN" sz="2000" b="1" kern="1200" dirty="0">
            <a:solidFill>
              <a:schemeClr val="tx1"/>
            </a:solidFill>
          </a:endParaRPr>
        </a:p>
      </dsp:txBody>
      <dsp:txXfrm>
        <a:off x="392982" y="44480"/>
        <a:ext cx="5097597" cy="466925"/>
      </dsp:txXfrm>
    </dsp:sp>
    <dsp:sp modelId="{9380DBD9-88CB-404B-9FAC-78194C2B66C0}">
      <dsp:nvSpPr>
        <dsp:cNvPr id="0" name=""/>
        <dsp:cNvSpPr/>
      </dsp:nvSpPr>
      <dsp:spPr>
        <a:xfrm>
          <a:off x="0" y="1258638"/>
          <a:ext cx="7354454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690F87E-860D-453D-9064-BF7A25C0C111}">
      <dsp:nvSpPr>
        <dsp:cNvPr id="0" name=""/>
        <dsp:cNvSpPr/>
      </dsp:nvSpPr>
      <dsp:spPr>
        <a:xfrm>
          <a:off x="367722" y="916825"/>
          <a:ext cx="5137718" cy="6768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4587" tIns="0" rIns="194587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</a:rPr>
            <a:t>To support better farming decisions using data</a:t>
          </a:r>
          <a:endParaRPr lang="en-IN" sz="2000" b="1" kern="1200" dirty="0">
            <a:solidFill>
              <a:schemeClr val="tx1"/>
            </a:solidFill>
          </a:endParaRPr>
        </a:p>
      </dsp:txBody>
      <dsp:txXfrm>
        <a:off x="400762" y="949865"/>
        <a:ext cx="5071638" cy="6107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2E47FA-89A8-4422-8582-08F08CFDC353}">
      <dsp:nvSpPr>
        <dsp:cNvPr id="0" name=""/>
        <dsp:cNvSpPr/>
      </dsp:nvSpPr>
      <dsp:spPr>
        <a:xfrm>
          <a:off x="0" y="10389"/>
          <a:ext cx="9006464" cy="802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State wise and Region wise crop analysis</a:t>
          </a:r>
          <a:endParaRPr lang="en-IN" sz="2400" b="1" kern="1200" dirty="0"/>
        </a:p>
      </dsp:txBody>
      <dsp:txXfrm>
        <a:off x="1881520" y="10389"/>
        <a:ext cx="7124943" cy="802273"/>
      </dsp:txXfrm>
    </dsp:sp>
    <dsp:sp modelId="{280824B2-9F1F-4BDF-B008-6E019BE98592}">
      <dsp:nvSpPr>
        <dsp:cNvPr id="0" name=""/>
        <dsp:cNvSpPr/>
      </dsp:nvSpPr>
      <dsp:spPr>
        <a:xfrm>
          <a:off x="80227" y="80227"/>
          <a:ext cx="1801292" cy="64181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7000" b="-127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D919726-FD87-46EE-A1C1-6EC7238B8FA3}">
      <dsp:nvSpPr>
        <dsp:cNvPr id="0" name=""/>
        <dsp:cNvSpPr/>
      </dsp:nvSpPr>
      <dsp:spPr>
        <a:xfrm>
          <a:off x="0" y="882500"/>
          <a:ext cx="9006464" cy="802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Data visualization using charts and graphs</a:t>
          </a:r>
          <a:endParaRPr lang="en-IN" sz="2400" b="1" kern="1200" dirty="0"/>
        </a:p>
      </dsp:txBody>
      <dsp:txXfrm>
        <a:off x="1881520" y="882500"/>
        <a:ext cx="7124943" cy="802273"/>
      </dsp:txXfrm>
    </dsp:sp>
    <dsp:sp modelId="{AD5F622D-2068-4FAD-B679-9C1BB99B4A21}">
      <dsp:nvSpPr>
        <dsp:cNvPr id="0" name=""/>
        <dsp:cNvSpPr/>
      </dsp:nvSpPr>
      <dsp:spPr>
        <a:xfrm>
          <a:off x="80227" y="962727"/>
          <a:ext cx="1801292" cy="64181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0" b="-80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EBDD591-85AD-4CD8-A26F-649A5AEA945C}">
      <dsp:nvSpPr>
        <dsp:cNvPr id="0" name=""/>
        <dsp:cNvSpPr/>
      </dsp:nvSpPr>
      <dsp:spPr>
        <a:xfrm>
          <a:off x="0" y="1765000"/>
          <a:ext cx="9006464" cy="802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Cleaned and organized dataset for accurate analysis</a:t>
          </a:r>
          <a:endParaRPr lang="en-IN" sz="2400" b="1" kern="1200" dirty="0"/>
        </a:p>
      </dsp:txBody>
      <dsp:txXfrm>
        <a:off x="1881520" y="1765000"/>
        <a:ext cx="7124943" cy="802273"/>
      </dsp:txXfrm>
    </dsp:sp>
    <dsp:sp modelId="{A69BC893-A6AC-4836-971D-F4EFC0A73150}">
      <dsp:nvSpPr>
        <dsp:cNvPr id="0" name=""/>
        <dsp:cNvSpPr/>
      </dsp:nvSpPr>
      <dsp:spPr>
        <a:xfrm>
          <a:off x="80227" y="1845228"/>
          <a:ext cx="1801292" cy="64181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2E47FA-89A8-4422-8582-08F08CFDC353}">
      <dsp:nvSpPr>
        <dsp:cNvPr id="0" name=""/>
        <dsp:cNvSpPr/>
      </dsp:nvSpPr>
      <dsp:spPr>
        <a:xfrm>
          <a:off x="0" y="0"/>
          <a:ext cx="9037810" cy="8429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Irrigation and fertilizers usage insights</a:t>
          </a:r>
          <a:endParaRPr lang="en-IN" sz="2400" b="1" kern="1200" dirty="0"/>
        </a:p>
      </dsp:txBody>
      <dsp:txXfrm>
        <a:off x="1891857" y="0"/>
        <a:ext cx="7145952" cy="842955"/>
      </dsp:txXfrm>
    </dsp:sp>
    <dsp:sp modelId="{280824B2-9F1F-4BDF-B008-6E019BE98592}">
      <dsp:nvSpPr>
        <dsp:cNvPr id="0" name=""/>
        <dsp:cNvSpPr/>
      </dsp:nvSpPr>
      <dsp:spPr>
        <a:xfrm>
          <a:off x="84295" y="84295"/>
          <a:ext cx="1807562" cy="67436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D919726-FD87-46EE-A1C1-6EC7238B8FA3}">
      <dsp:nvSpPr>
        <dsp:cNvPr id="0" name=""/>
        <dsp:cNvSpPr/>
      </dsp:nvSpPr>
      <dsp:spPr>
        <a:xfrm>
          <a:off x="0" y="927251"/>
          <a:ext cx="9037810" cy="8429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Easy to understand reports and findings</a:t>
          </a:r>
          <a:endParaRPr lang="en-IN" sz="2400" b="1" kern="1200" dirty="0"/>
        </a:p>
      </dsp:txBody>
      <dsp:txXfrm>
        <a:off x="1891857" y="927251"/>
        <a:ext cx="7145952" cy="842955"/>
      </dsp:txXfrm>
    </dsp:sp>
    <dsp:sp modelId="{AD5F622D-2068-4FAD-B679-9C1BB99B4A21}">
      <dsp:nvSpPr>
        <dsp:cNvPr id="0" name=""/>
        <dsp:cNvSpPr/>
      </dsp:nvSpPr>
      <dsp:spPr>
        <a:xfrm>
          <a:off x="84295" y="1011546"/>
          <a:ext cx="1807562" cy="67436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82A36-7DF0-4A70-9FDD-53CDCFF62478}">
      <dsp:nvSpPr>
        <dsp:cNvPr id="0" name=""/>
        <dsp:cNvSpPr/>
      </dsp:nvSpPr>
      <dsp:spPr>
        <a:xfrm>
          <a:off x="1595" y="868867"/>
          <a:ext cx="2005558" cy="1180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0" kern="1200" dirty="0" smtClean="0">
              <a:solidFill>
                <a:schemeClr val="tx1"/>
              </a:solidFill>
            </a:rPr>
            <a:t>Idea Thinking</a:t>
          </a:r>
          <a:endParaRPr lang="en-IN" sz="2000" b="1" i="0" kern="1200" dirty="0">
            <a:solidFill>
              <a:schemeClr val="tx1"/>
            </a:solidFill>
          </a:endParaRPr>
        </a:p>
      </dsp:txBody>
      <dsp:txXfrm>
        <a:off x="1595" y="868867"/>
        <a:ext cx="2005558" cy="786799"/>
      </dsp:txXfrm>
    </dsp:sp>
    <dsp:sp modelId="{A942E660-8620-478B-836F-7F8F6C3BC7AB}">
      <dsp:nvSpPr>
        <dsp:cNvPr id="0" name=""/>
        <dsp:cNvSpPr/>
      </dsp:nvSpPr>
      <dsp:spPr>
        <a:xfrm>
          <a:off x="591028" y="1767845"/>
          <a:ext cx="2005558" cy="2078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Choose agriculture as the project domain.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Identified the need to analyze agriculture data</a:t>
          </a:r>
          <a:endParaRPr lang="en-IN" sz="1600" kern="1200" dirty="0"/>
        </a:p>
      </dsp:txBody>
      <dsp:txXfrm>
        <a:off x="649769" y="1826586"/>
        <a:ext cx="1888076" cy="1961222"/>
      </dsp:txXfrm>
    </dsp:sp>
    <dsp:sp modelId="{E0D4C10B-8E18-48D2-8AD9-416EE9D8E6A8}">
      <dsp:nvSpPr>
        <dsp:cNvPr id="0" name=""/>
        <dsp:cNvSpPr/>
      </dsp:nvSpPr>
      <dsp:spPr>
        <a:xfrm rot="21470001">
          <a:off x="2152746" y="964600"/>
          <a:ext cx="556856" cy="4993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/>
        </a:p>
      </dsp:txBody>
      <dsp:txXfrm>
        <a:off x="2152800" y="1067297"/>
        <a:ext cx="407058" cy="299596"/>
      </dsp:txXfrm>
    </dsp:sp>
    <dsp:sp modelId="{99D55DD4-0615-4F11-9425-5FA17F84BA2C}">
      <dsp:nvSpPr>
        <dsp:cNvPr id="0" name=""/>
        <dsp:cNvSpPr/>
      </dsp:nvSpPr>
      <dsp:spPr>
        <a:xfrm>
          <a:off x="3057075" y="753269"/>
          <a:ext cx="2005558" cy="1180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</a:rPr>
            <a:t>Data collection</a:t>
          </a:r>
          <a:endParaRPr lang="en-IN" sz="2000" b="1" kern="1200" dirty="0">
            <a:solidFill>
              <a:schemeClr val="tx1"/>
            </a:solidFill>
          </a:endParaRPr>
        </a:p>
      </dsp:txBody>
      <dsp:txXfrm>
        <a:off x="3057075" y="753269"/>
        <a:ext cx="2005558" cy="786799"/>
      </dsp:txXfrm>
    </dsp:sp>
    <dsp:sp modelId="{123EC26E-E286-4DBF-BE94-AE0B064C4199}">
      <dsp:nvSpPr>
        <dsp:cNvPr id="0" name=""/>
        <dsp:cNvSpPr/>
      </dsp:nvSpPr>
      <dsp:spPr>
        <a:xfrm>
          <a:off x="3628738" y="1610324"/>
          <a:ext cx="2005558" cy="21670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Collected the agriculture dataset from </a:t>
          </a:r>
          <a:r>
            <a:rPr lang="en-US" sz="1600" kern="1200" dirty="0" err="1" smtClean="0"/>
            <a:t>Kaggle</a:t>
          </a:r>
          <a:r>
            <a:rPr lang="en-US" sz="1600" kern="1200" dirty="0" smtClean="0"/>
            <a:t> website.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Downloaded the Dataset in CSV format</a:t>
          </a:r>
          <a:endParaRPr lang="en-IN" sz="16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1300" kern="1200" dirty="0"/>
        </a:p>
      </dsp:txBody>
      <dsp:txXfrm>
        <a:off x="3687479" y="1669065"/>
        <a:ext cx="1888076" cy="2049539"/>
      </dsp:txXfrm>
    </dsp:sp>
    <dsp:sp modelId="{AD710792-F2BC-424A-A8C3-8D8A35933CCE}">
      <dsp:nvSpPr>
        <dsp:cNvPr id="0" name=""/>
        <dsp:cNvSpPr/>
      </dsp:nvSpPr>
      <dsp:spPr>
        <a:xfrm rot="21504747">
          <a:off x="5391445" y="833436"/>
          <a:ext cx="548350" cy="5379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/>
        </a:p>
      </dsp:txBody>
      <dsp:txXfrm>
        <a:off x="5391476" y="943261"/>
        <a:ext cx="386967" cy="322765"/>
      </dsp:txXfrm>
    </dsp:sp>
    <dsp:sp modelId="{C45E473B-04C5-4F84-96B0-93B5EA961B78}">
      <dsp:nvSpPr>
        <dsp:cNvPr id="0" name=""/>
        <dsp:cNvSpPr/>
      </dsp:nvSpPr>
      <dsp:spPr>
        <a:xfrm>
          <a:off x="6216402" y="665707"/>
          <a:ext cx="2005558" cy="1180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</a:rPr>
            <a:t>Data Cleaning and preprocessing</a:t>
          </a:r>
          <a:endParaRPr lang="en-IN" sz="2000" b="1" kern="1200" dirty="0">
            <a:solidFill>
              <a:schemeClr val="tx1"/>
            </a:solidFill>
          </a:endParaRPr>
        </a:p>
      </dsp:txBody>
      <dsp:txXfrm>
        <a:off x="6216402" y="665707"/>
        <a:ext cx="2005558" cy="786799"/>
      </dsp:txXfrm>
    </dsp:sp>
    <dsp:sp modelId="{C048EF77-8FB3-49C0-A805-76558F49B895}">
      <dsp:nvSpPr>
        <dsp:cNvPr id="0" name=""/>
        <dsp:cNvSpPr/>
      </dsp:nvSpPr>
      <dsp:spPr>
        <a:xfrm>
          <a:off x="7029614" y="1658500"/>
          <a:ext cx="2005558" cy="28815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Handle missing values and removed duplicate records by </a:t>
          </a:r>
          <a:r>
            <a:rPr lang="en-US" sz="1600" b="1" kern="1200" dirty="0" smtClean="0"/>
            <a:t>Pandas.</a:t>
          </a:r>
          <a:endParaRPr lang="en-IN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Prepared the dataset for analysis by checking data types </a:t>
          </a:r>
          <a:endParaRPr lang="en-IN" sz="1600" kern="1200" dirty="0"/>
        </a:p>
      </dsp:txBody>
      <dsp:txXfrm>
        <a:off x="7088355" y="1717241"/>
        <a:ext cx="1888076" cy="2764088"/>
      </dsp:txXfrm>
    </dsp:sp>
    <dsp:sp modelId="{0C6EE118-0515-467D-BC32-3198D2DB7C41}">
      <dsp:nvSpPr>
        <dsp:cNvPr id="0" name=""/>
        <dsp:cNvSpPr/>
      </dsp:nvSpPr>
      <dsp:spPr>
        <a:xfrm rot="21487499">
          <a:off x="8525818" y="756113"/>
          <a:ext cx="644889" cy="4993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/>
        </a:p>
      </dsp:txBody>
      <dsp:txXfrm>
        <a:off x="8525858" y="858429"/>
        <a:ext cx="495091" cy="299596"/>
      </dsp:txXfrm>
    </dsp:sp>
    <dsp:sp modelId="{CDCA2684-2F6D-4001-87EB-DB05DC3AE9C4}">
      <dsp:nvSpPr>
        <dsp:cNvPr id="0" name=""/>
        <dsp:cNvSpPr/>
      </dsp:nvSpPr>
      <dsp:spPr>
        <a:xfrm>
          <a:off x="9438082" y="560240"/>
          <a:ext cx="2005558" cy="1180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>
              <a:solidFill>
                <a:schemeClr val="tx1"/>
              </a:solidFill>
            </a:rPr>
            <a:t>Data Visualization</a:t>
          </a:r>
          <a:endParaRPr lang="en-IN" sz="2100" b="1" kern="1200" dirty="0">
            <a:solidFill>
              <a:schemeClr val="tx1"/>
            </a:solidFill>
          </a:endParaRPr>
        </a:p>
      </dsp:txBody>
      <dsp:txXfrm>
        <a:off x="9438082" y="560240"/>
        <a:ext cx="2005558" cy="786799"/>
      </dsp:txXfrm>
    </dsp:sp>
    <dsp:sp modelId="{83947252-425B-45DF-9221-EA96512A72E6}">
      <dsp:nvSpPr>
        <dsp:cNvPr id="0" name=""/>
        <dsp:cNvSpPr/>
      </dsp:nvSpPr>
      <dsp:spPr>
        <a:xfrm>
          <a:off x="10047870" y="1366157"/>
          <a:ext cx="2005558" cy="4393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smtClean="0"/>
            <a:t>Visualized the data to compare crop yield, rainfall and irrigation patterns</a:t>
          </a:r>
          <a:endParaRPr lang="en-I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created a bar chart, pie chart ,histogram and scatter plots</a:t>
          </a:r>
          <a:endParaRPr lang="en-IN" sz="2100" kern="1200" dirty="0"/>
        </a:p>
      </dsp:txBody>
      <dsp:txXfrm>
        <a:off x="10106611" y="1424898"/>
        <a:ext cx="1888076" cy="42763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801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5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866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201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907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229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3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1877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0637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389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39305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2106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83810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056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0301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3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43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Alternate Process 15"/>
          <p:cNvSpPr/>
          <p:nvPr/>
        </p:nvSpPr>
        <p:spPr>
          <a:xfrm>
            <a:off x="31939" y="867928"/>
            <a:ext cx="6560288" cy="2978357"/>
          </a:xfrm>
          <a:prstGeom prst="flowChartAlternateProcess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0" y="5765755"/>
            <a:ext cx="4914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Name: Harshdeep Kaur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Roll no: 2425635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Stream: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Ai&amp;Ml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-685418" y="867928"/>
            <a:ext cx="77100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6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r>
              <a:rPr lang="en-US" sz="9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Agri</a:t>
            </a:r>
            <a:r>
              <a:rPr lang="en-US" sz="9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-Vision</a:t>
            </a:r>
            <a:endParaRPr lang="en-US" sz="9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317" y="2154225"/>
            <a:ext cx="47805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Analysis</a:t>
            </a:r>
            <a:endParaRPr lang="en-IN" sz="9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Oval 16"/>
          <p:cNvSpPr/>
          <p:nvPr/>
        </p:nvSpPr>
        <p:spPr>
          <a:xfrm>
            <a:off x="7134146" y="3390526"/>
            <a:ext cx="2899180" cy="2644148"/>
          </a:xfrm>
          <a:prstGeom prst="ellips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/>
          <p:cNvSpPr/>
          <p:nvPr/>
        </p:nvSpPr>
        <p:spPr>
          <a:xfrm>
            <a:off x="7669533" y="2965987"/>
            <a:ext cx="1744215" cy="1515796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/>
          <p:cNvSpPr/>
          <p:nvPr/>
        </p:nvSpPr>
        <p:spPr>
          <a:xfrm>
            <a:off x="6356235" y="4003289"/>
            <a:ext cx="1744215" cy="151579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/>
          <p:cNvSpPr/>
          <p:nvPr/>
        </p:nvSpPr>
        <p:spPr>
          <a:xfrm>
            <a:off x="7780474" y="4903947"/>
            <a:ext cx="1744215" cy="1515796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9115499" y="3901885"/>
            <a:ext cx="1744215" cy="1515796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49983" y="592278"/>
            <a:ext cx="4644738" cy="5694218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Certification</a:t>
            </a:r>
            <a:r>
              <a:rPr lang="en-US" dirty="0"/>
              <a:t>: ISO 9001:2015 Certified</a:t>
            </a:r>
          </a:p>
          <a:p>
            <a:pPr algn="ctr"/>
            <a:r>
              <a:rPr lang="en-US" dirty="0"/>
              <a:t>Specializations:</a:t>
            </a:r>
          </a:p>
          <a:p>
            <a:pPr algn="ctr"/>
            <a:r>
              <a:rPr lang="en-US" dirty="0"/>
              <a:t>- Web Development</a:t>
            </a:r>
          </a:p>
          <a:p>
            <a:pPr algn="ctr"/>
            <a:r>
              <a:rPr lang="en-US" dirty="0"/>
              <a:t>- Mobile Application Development</a:t>
            </a:r>
          </a:p>
          <a:p>
            <a:pPr algn="ctr"/>
            <a:r>
              <a:rPr lang="en-US" dirty="0"/>
              <a:t>- Custom Software Development</a:t>
            </a:r>
          </a:p>
          <a:p>
            <a:pPr algn="ctr"/>
            <a:r>
              <a:rPr lang="en-US" dirty="0"/>
              <a:t>- UI/UX Design</a:t>
            </a:r>
          </a:p>
          <a:p>
            <a:pPr algn="ctr"/>
            <a:r>
              <a:rPr lang="en-US" dirty="0"/>
              <a:t>- Hosting Services</a:t>
            </a:r>
          </a:p>
          <a:p>
            <a:pPr algn="ctr"/>
            <a:r>
              <a:rPr lang="en-US" dirty="0"/>
              <a:t>- Digital Marketing</a:t>
            </a:r>
          </a:p>
          <a:p>
            <a:pPr algn="ctr"/>
            <a:r>
              <a:rPr lang="en-US" dirty="0"/>
              <a:t>Services:</a:t>
            </a:r>
          </a:p>
          <a:p>
            <a:pPr algn="ctr"/>
            <a:r>
              <a:rPr lang="en-US" dirty="0"/>
              <a:t>- Advanced IT solutions supporting the entire business</a:t>
            </a:r>
          </a:p>
          <a:p>
            <a:pPr algn="ctr"/>
            <a:r>
              <a:rPr lang="en-US" dirty="0"/>
              <a:t>- Consulting to system development</a:t>
            </a:r>
          </a:p>
          <a:p>
            <a:pPr algn="ctr"/>
            <a:r>
              <a:rPr lang="en-US" dirty="0"/>
              <a:t>- Deployment</a:t>
            </a:r>
          </a:p>
          <a:p>
            <a:pPr algn="ctr"/>
            <a:r>
              <a:rPr lang="en-US" dirty="0"/>
              <a:t>- Quality Assurance</a:t>
            </a:r>
          </a:p>
          <a:p>
            <a:pPr algn="ctr"/>
            <a:r>
              <a:rPr lang="en-US" dirty="0"/>
              <a:t>- 24x7 Support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Headquarters</a:t>
            </a:r>
            <a:r>
              <a:rPr lang="en-US" dirty="0"/>
              <a:t>: Jalandhar</a:t>
            </a:r>
          </a:p>
          <a:p>
            <a:pPr algn="ctr"/>
            <a:r>
              <a:rPr lang="en-US" b="1" dirty="0"/>
              <a:t>Branch Office</a:t>
            </a:r>
            <a:r>
              <a:rPr lang="en-US" dirty="0"/>
              <a:t>: </a:t>
            </a:r>
            <a:r>
              <a:rPr lang="en-US" dirty="0" err="1"/>
              <a:t>Hoshiarpur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23457" y="1828800"/>
            <a:ext cx="3969326" cy="121573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/>
          <p:cNvSpPr/>
          <p:nvPr/>
        </p:nvSpPr>
        <p:spPr>
          <a:xfrm>
            <a:off x="929988" y="3304305"/>
            <a:ext cx="3356264" cy="269124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83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14301"/>
            <a:ext cx="12191999" cy="134042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800" b="1" i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Table of contents</a:t>
            </a:r>
            <a:endParaRPr lang="en-IN" sz="8800" b="1" i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496292"/>
            <a:ext cx="7356764" cy="544764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Introduction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Objectives of the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Features of the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Requirement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Project workflow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Thinking of the project</a:t>
            </a:r>
          </a:p>
          <a:p>
            <a:r>
              <a:rPr lang="en-US" sz="2400" dirty="0" smtClean="0"/>
              <a:t>      Collection of datasets</a:t>
            </a:r>
          </a:p>
          <a:p>
            <a:r>
              <a:rPr lang="en-US" sz="2400" dirty="0" smtClean="0"/>
              <a:t>      Cleaning and preprocessing</a:t>
            </a:r>
          </a:p>
          <a:p>
            <a:r>
              <a:rPr lang="en-US" sz="2400" dirty="0" smtClean="0"/>
              <a:t>      Visualization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Analysis &amp; Visualization of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Future Scope of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Conclusion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05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909"/>
            <a:ext cx="12192000" cy="160020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8800" i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Project Introduction</a:t>
            </a:r>
            <a:endParaRPr lang="en-IN" sz="8800" i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119747"/>
            <a:ext cx="10037618" cy="4662815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err="1" smtClean="0"/>
              <a:t>Agri</a:t>
            </a:r>
            <a:r>
              <a:rPr lang="en-US" dirty="0" smtClean="0"/>
              <a:t> is a short form of Agriculture.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Vision stands for visualized the things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err="1" smtClean="0"/>
              <a:t>Agri</a:t>
            </a:r>
            <a:r>
              <a:rPr lang="en-US" dirty="0" smtClean="0"/>
              <a:t>-Vision means analysis the things in the agriculture field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This project focuses on analyzing agricultural data to understand different factors affecting crop production</a:t>
            </a:r>
            <a:r>
              <a:rPr lang="en-US" dirty="0" smtClean="0"/>
              <a:t>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It examines factors such as rainfall, temperature, soil type, irrigation, fertilizers, and pesticides.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Various graphs and charts are used to present the data clearly and make the results easy to understand.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main objective of this project is to gain useful insights that can help improve agricultural productivity and support better farming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14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703184" cy="435451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Agriculture is the backbone of the India’s economy.</a:t>
            </a:r>
          </a:p>
          <a:p>
            <a:r>
              <a:rPr lang="en-US" sz="2800" dirty="0" smtClean="0"/>
              <a:t>Traditional methods cannot accurately predict future prediction.</a:t>
            </a:r>
          </a:p>
          <a:p>
            <a:r>
              <a:rPr lang="en-US" sz="2800" dirty="0" smtClean="0"/>
              <a:t>Farmers often do not have an easy access to data driven insights for better decision-making.</a:t>
            </a:r>
          </a:p>
          <a:p>
            <a:r>
              <a:rPr lang="en-US" sz="2800" dirty="0" smtClean="0"/>
              <a:t>There is a need for a single platform that can analyze agricultural data and </a:t>
            </a:r>
            <a:r>
              <a:rPr lang="en-US" sz="2800" dirty="0"/>
              <a:t>p</a:t>
            </a:r>
            <a:r>
              <a:rPr lang="en-US" sz="2800" dirty="0" smtClean="0"/>
              <a:t>resent it in an easy to understand way.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166254"/>
            <a:ext cx="9570027" cy="16625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Problem Statement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29316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201398201"/>
              </p:ext>
            </p:extLst>
          </p:nvPr>
        </p:nvGraphicFramePr>
        <p:xfrm>
          <a:off x="571500" y="4166755"/>
          <a:ext cx="7354454" cy="1984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763104213"/>
              </p:ext>
            </p:extLst>
          </p:nvPr>
        </p:nvGraphicFramePr>
        <p:xfrm>
          <a:off x="568036" y="2053936"/>
          <a:ext cx="7354454" cy="1863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0" y="0"/>
            <a:ext cx="1217814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72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Objectives of the Project</a:t>
            </a:r>
            <a:endParaRPr lang="en-IN" sz="72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191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2400"/>
            <a:ext cx="9393382" cy="128154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6000" b="1" i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Features of the project</a:t>
            </a:r>
            <a:endParaRPr lang="en-IN" sz="6000" b="1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011536"/>
              </p:ext>
            </p:extLst>
          </p:nvPr>
        </p:nvGraphicFramePr>
        <p:xfrm>
          <a:off x="553172" y="1963162"/>
          <a:ext cx="9006464" cy="2567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477781"/>
              </p:ext>
            </p:extLst>
          </p:nvPr>
        </p:nvGraphicFramePr>
        <p:xfrm>
          <a:off x="542608" y="4650942"/>
          <a:ext cx="9037810" cy="1770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0863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0782"/>
            <a:ext cx="9912927" cy="144433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88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Requirements</a:t>
            </a:r>
            <a:endParaRPr lang="en-IN" sz="8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9809"/>
            <a:ext cx="9912927" cy="52681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Python</a:t>
            </a:r>
            <a:r>
              <a:rPr lang="en-US" sz="2000" dirty="0" smtClean="0"/>
              <a:t>: It is the main </a:t>
            </a:r>
            <a:r>
              <a:rPr lang="en-US" sz="2000" i="1" u="sng" dirty="0" smtClean="0"/>
              <a:t>programming language </a:t>
            </a:r>
            <a:r>
              <a:rPr lang="en-US" sz="2000" dirty="0" smtClean="0"/>
              <a:t>to develop the entire project.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Visual Studio Code: </a:t>
            </a:r>
            <a:r>
              <a:rPr lang="en-US" sz="2000" dirty="0" smtClean="0"/>
              <a:t>It is used as the code editor to </a:t>
            </a:r>
            <a:r>
              <a:rPr lang="en-US" sz="2000" i="1" u="sng" dirty="0" smtClean="0"/>
              <a:t>write ,run, and debug the Python code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Python Libraries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</a:t>
            </a:r>
            <a:r>
              <a:rPr lang="en-US" sz="2000" b="1" dirty="0" smtClean="0"/>
              <a:t> Pandas</a:t>
            </a:r>
            <a:r>
              <a:rPr lang="en-US" sz="2000" dirty="0" smtClean="0"/>
              <a:t>: Used for</a:t>
            </a:r>
            <a:r>
              <a:rPr lang="en-US" sz="2000" i="1" u="sng" dirty="0" smtClean="0"/>
              <a:t> </a:t>
            </a:r>
            <a:r>
              <a:rPr lang="en-US" sz="2000" i="1" u="sng" dirty="0" err="1" smtClean="0"/>
              <a:t>loading,cleaning,filtering</a:t>
            </a:r>
            <a:r>
              <a:rPr lang="en-US" sz="2000" i="1" u="sng" dirty="0" smtClean="0"/>
              <a:t> </a:t>
            </a:r>
            <a:r>
              <a:rPr lang="en-US" sz="2000" dirty="0" smtClean="0"/>
              <a:t>and analyzing the </a:t>
            </a:r>
            <a:r>
              <a:rPr lang="en-US" sz="2000" dirty="0"/>
              <a:t>a</a:t>
            </a:r>
            <a:r>
              <a:rPr lang="en-US" sz="2000" dirty="0" smtClean="0"/>
              <a:t>griculture dataset.</a:t>
            </a:r>
          </a:p>
          <a:p>
            <a:pPr marL="0" indent="0">
              <a:buNone/>
            </a:pPr>
            <a:r>
              <a:rPr lang="en-US" sz="2000" dirty="0" smtClean="0"/>
              <a:t>             </a:t>
            </a:r>
            <a:r>
              <a:rPr lang="en-US" sz="2000" b="1" dirty="0" err="1" smtClean="0"/>
              <a:t>Seaborn</a:t>
            </a:r>
            <a:r>
              <a:rPr lang="en-US" sz="2000" dirty="0" smtClean="0"/>
              <a:t>: Used to create </a:t>
            </a:r>
            <a:r>
              <a:rPr lang="en-US" sz="2000" i="1" u="sng" dirty="0" smtClean="0"/>
              <a:t>attractive and statistical visualizations </a:t>
            </a:r>
            <a:r>
              <a:rPr lang="en-US" sz="2000" dirty="0" smtClean="0"/>
              <a:t>with better styling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</a:t>
            </a:r>
            <a:r>
              <a:rPr lang="en-US" sz="2000" b="1" dirty="0" err="1" smtClean="0"/>
              <a:t>Numpy</a:t>
            </a:r>
            <a:r>
              <a:rPr lang="en-US" sz="2000" dirty="0" smtClean="0"/>
              <a:t>: Used for </a:t>
            </a:r>
            <a:r>
              <a:rPr lang="en-US" sz="2000" i="1" u="sng" dirty="0" smtClean="0"/>
              <a:t>numerical operations </a:t>
            </a:r>
            <a:r>
              <a:rPr lang="en-US" sz="2000" dirty="0" smtClean="0"/>
              <a:t>and efficient for data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err="1" smtClean="0"/>
              <a:t>Streamlit</a:t>
            </a:r>
            <a:r>
              <a:rPr lang="en-US" sz="2000" dirty="0" smtClean="0"/>
              <a:t>: used to build an interactive</a:t>
            </a:r>
            <a:r>
              <a:rPr lang="en-US" sz="2000" i="1" u="sng" dirty="0" smtClean="0"/>
              <a:t> web dashboard 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err="1" smtClean="0"/>
              <a:t>Plotly</a:t>
            </a:r>
            <a:r>
              <a:rPr lang="en-US" sz="2000" dirty="0" smtClean="0"/>
              <a:t>: Used to create interactive </a:t>
            </a:r>
            <a:r>
              <a:rPr lang="en-US" sz="2000" i="1" u="sng" dirty="0" smtClean="0"/>
              <a:t>charts, allowing users to zoom ,hover </a:t>
            </a:r>
            <a:r>
              <a:rPr lang="en-US" sz="2000" dirty="0" smtClean="0"/>
              <a:t>and explore the date.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err="1" smtClean="0"/>
              <a:t>Matplotlib</a:t>
            </a:r>
            <a:r>
              <a:rPr lang="en-US" sz="2000" dirty="0" smtClean="0"/>
              <a:t>: Used to create </a:t>
            </a:r>
            <a:r>
              <a:rPr lang="en-US" sz="2000" i="1" u="sng" dirty="0" smtClean="0"/>
              <a:t>basic charts and graphs </a:t>
            </a:r>
            <a:r>
              <a:rPr lang="en-US" sz="2000" dirty="0" smtClean="0"/>
              <a:t>for data visualization.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74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372600" cy="1320800"/>
          </a:xfr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8000" b="1" i="1" u="sng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Project workflow</a:t>
            </a:r>
            <a:endParaRPr lang="en-IN" sz="8000" b="1" i="1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646077484"/>
              </p:ext>
            </p:extLst>
          </p:nvPr>
        </p:nvGraphicFramePr>
        <p:xfrm>
          <a:off x="107373" y="1080654"/>
          <a:ext cx="12084627" cy="5777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783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5685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6600" b="1" i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Data Analysis of the Project</a:t>
            </a:r>
            <a:endParaRPr lang="en-IN" sz="6600" b="1" i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6026" y="2524990"/>
            <a:ext cx="4655127" cy="407323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482934" y="2524990"/>
            <a:ext cx="4596246" cy="407323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Alternate Process 8"/>
          <p:cNvSpPr/>
          <p:nvPr/>
        </p:nvSpPr>
        <p:spPr>
          <a:xfrm>
            <a:off x="1475509" y="1683327"/>
            <a:ext cx="2098964" cy="67540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Region-wise Analysis data</a:t>
            </a:r>
            <a:endParaRPr lang="en-IN" b="1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6459682" y="1683326"/>
            <a:ext cx="2098964" cy="67540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State-wise Analysis  data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0333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945"/>
          </a:xfr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6000" b="1" i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Data Visualization of the project</a:t>
            </a:r>
            <a:endParaRPr lang="en-IN" sz="6000" b="1" i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6471110" y="2483431"/>
            <a:ext cx="5294053" cy="3969327"/>
          </a:xfrm>
          <a:prstGeom prst="flowChartAlternateProcess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Alternate Process 5"/>
          <p:cNvSpPr/>
          <p:nvPr/>
        </p:nvSpPr>
        <p:spPr>
          <a:xfrm>
            <a:off x="415635" y="1652151"/>
            <a:ext cx="5787737" cy="3719946"/>
          </a:xfrm>
          <a:prstGeom prst="flowChartAlternateProcess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44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0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6600" b="1" i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Future Scope of this Project</a:t>
            </a:r>
            <a:endParaRPr lang="en-IN" sz="6600" b="1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4" y="2348346"/>
            <a:ext cx="9289473" cy="3958936"/>
          </a:xfrm>
          <a:ln w="38100">
            <a:solidFill>
              <a:schemeClr val="accent1">
                <a:lumMod val="75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Help farmers make better decisions using data-driven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Improved crop yield prediction using advanced AI and machine learning</a:t>
            </a:r>
            <a:r>
              <a:rPr lang="en-IN" b="1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Support smart farming and precision agriculture technique.</a:t>
            </a: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Provide personalized recommendations for irrigation and fertilizers usage.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Analyze the impact of climate change on agriculture.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Help government and policymakers in agriculture planning.</a:t>
            </a:r>
          </a:p>
          <a:p>
            <a:endParaRPr lang="en-US" dirty="0" smtClean="0"/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55523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5864"/>
            <a:ext cx="12192000" cy="1320800"/>
          </a:xfrm>
        </p:spPr>
        <p:txBody>
          <a:bodyPr>
            <a:noAutofit/>
          </a:bodyPr>
          <a:lstStyle/>
          <a:p>
            <a:r>
              <a:rPr lang="en-US" sz="9600" b="1" i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Conclusion</a:t>
            </a:r>
            <a:endParaRPr lang="en-IN" sz="9600" b="1" i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543" y="2378799"/>
            <a:ext cx="8596668" cy="3533628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This </a:t>
            </a:r>
            <a:r>
              <a:rPr lang="en-US" dirty="0"/>
              <a:t>project helped analyze agricultural data and identify important farming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visualization made the information easy to understand and compare.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analysis showed how factors like rainfall, temperature, soil type, and irrigation affect crop yield.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insights from this project can help support better farming decisions.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Overall, this project demonstrates the importance of data analysis in improving agricultural productivity and promoting sustainable farming.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46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63091"/>
            <a:ext cx="10079182" cy="1655618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96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</a:t>
            </a:r>
            <a:r>
              <a:rPr lang="en-US" sz="96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Thank You</a:t>
            </a:r>
            <a:endParaRPr lang="en-IN" sz="9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622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2331</TotalTime>
  <Words>692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1_Facet</vt:lpstr>
      <vt:lpstr>PowerPoint Presentation</vt:lpstr>
      <vt:lpstr>PowerPoint Presentation</vt:lpstr>
      <vt:lpstr>PowerPoint Presentation</vt:lpstr>
      <vt:lpstr>Project Introduction</vt:lpstr>
      <vt:lpstr>PowerPoint Presentation</vt:lpstr>
      <vt:lpstr>PowerPoint Presentation</vt:lpstr>
      <vt:lpstr>Features of the project</vt:lpstr>
      <vt:lpstr>Requirements</vt:lpstr>
      <vt:lpstr>Project workflow</vt:lpstr>
      <vt:lpstr> Data Analysis of the Project</vt:lpstr>
      <vt:lpstr>Data Visualization of the project</vt:lpstr>
      <vt:lpstr>Future Scope of this Project</vt:lpstr>
      <vt:lpstr>Conclusion</vt:lpstr>
      <vt:lpstr>     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51</cp:revision>
  <dcterms:created xsi:type="dcterms:W3CDTF">2026-07-01T11:31:49Z</dcterms:created>
  <dcterms:modified xsi:type="dcterms:W3CDTF">2026-07-08T02:46:39Z</dcterms:modified>
</cp:coreProperties>
</file>